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9" r:id="rId3"/>
    <p:sldId id="260" r:id="rId4"/>
    <p:sldId id="257" r:id="rId5"/>
    <p:sldId id="258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6" r:id="rId18"/>
    <p:sldId id="279" r:id="rId19"/>
    <p:sldId id="280" r:id="rId20"/>
    <p:sldId id="277" r:id="rId21"/>
    <p:sldId id="278" r:id="rId22"/>
    <p:sldId id="281" r:id="rId23"/>
    <p:sldId id="282" r:id="rId24"/>
    <p:sldId id="283" r:id="rId25"/>
    <p:sldId id="285" r:id="rId26"/>
    <p:sldId id="286" r:id="rId27"/>
    <p:sldId id="284" r:id="rId28"/>
    <p:sldId id="287" r:id="rId29"/>
    <p:sldId id="294" r:id="rId30"/>
    <p:sldId id="288" r:id="rId31"/>
    <p:sldId id="295" r:id="rId32"/>
    <p:sldId id="289" r:id="rId33"/>
    <p:sldId id="296" r:id="rId34"/>
    <p:sldId id="290" r:id="rId35"/>
    <p:sldId id="297" r:id="rId36"/>
    <p:sldId id="291" r:id="rId37"/>
    <p:sldId id="298" r:id="rId38"/>
    <p:sldId id="292" r:id="rId39"/>
    <p:sldId id="299" r:id="rId40"/>
    <p:sldId id="293" r:id="rId41"/>
    <p:sldId id="300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89A847-9BA2-406C-8B46-4F24523B40EC}" v="519" dt="2025-12-19T22:10:07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4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saf Masih" userId="f7b57fbf-6d1a-40e2-8887-3f8b54d31a62" providerId="ADAL" clId="{B8EF46A3-1F2E-4329-A809-B15169B40CFF}"/>
    <pc:docChg chg="undo custSel mod addSld modSld sldOrd">
      <pc:chgData name="Yousaf Masih" userId="f7b57fbf-6d1a-40e2-8887-3f8b54d31a62" providerId="ADAL" clId="{B8EF46A3-1F2E-4329-A809-B15169B40CFF}" dt="2025-12-19T22:10:07.146" v="919" actId="20577"/>
      <pc:docMkLst>
        <pc:docMk/>
      </pc:docMkLst>
      <pc:sldChg chg="modSp mod">
        <pc:chgData name="Yousaf Masih" userId="f7b57fbf-6d1a-40e2-8887-3f8b54d31a62" providerId="ADAL" clId="{B8EF46A3-1F2E-4329-A809-B15169B40CFF}" dt="2025-12-19T20:24:17.098" v="60" actId="1076"/>
        <pc:sldMkLst>
          <pc:docMk/>
          <pc:sldMk cId="2066815812" sldId="256"/>
        </pc:sldMkLst>
        <pc:spChg chg="mod">
          <ac:chgData name="Yousaf Masih" userId="f7b57fbf-6d1a-40e2-8887-3f8b54d31a62" providerId="ADAL" clId="{B8EF46A3-1F2E-4329-A809-B15169B40CFF}" dt="2025-12-19T20:24:14.951" v="59" actId="20577"/>
          <ac:spMkLst>
            <pc:docMk/>
            <pc:sldMk cId="2066815812" sldId="256"/>
            <ac:spMk id="2" creationId="{A2F8FEF1-CE13-4C94-8D4E-8936B1922553}"/>
          </ac:spMkLst>
        </pc:spChg>
        <pc:picChg chg="mod">
          <ac:chgData name="Yousaf Masih" userId="f7b57fbf-6d1a-40e2-8887-3f8b54d31a62" providerId="ADAL" clId="{B8EF46A3-1F2E-4329-A809-B15169B40CFF}" dt="2025-12-19T20:24:17.098" v="60" actId="1076"/>
          <ac:picMkLst>
            <pc:docMk/>
            <pc:sldMk cId="2066815812" sldId="256"/>
            <ac:picMk id="6" creationId="{00000000-0000-0000-0000-000000000000}"/>
          </ac:picMkLst>
        </pc:picChg>
      </pc:sldChg>
      <pc:sldChg chg="modSp mod">
        <pc:chgData name="Yousaf Masih" userId="f7b57fbf-6d1a-40e2-8887-3f8b54d31a62" providerId="ADAL" clId="{B8EF46A3-1F2E-4329-A809-B15169B40CFF}" dt="2025-12-19T21:32:48.874" v="554" actId="207"/>
        <pc:sldMkLst>
          <pc:docMk/>
          <pc:sldMk cId="3885840500" sldId="257"/>
        </pc:sldMkLst>
        <pc:spChg chg="mod">
          <ac:chgData name="Yousaf Masih" userId="f7b57fbf-6d1a-40e2-8887-3f8b54d31a62" providerId="ADAL" clId="{B8EF46A3-1F2E-4329-A809-B15169B40CFF}" dt="2025-12-19T21:32:48.874" v="554" actId="207"/>
          <ac:spMkLst>
            <pc:docMk/>
            <pc:sldMk cId="3885840500" sldId="257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0:38:02.711" v="149" actId="255"/>
          <ac:spMkLst>
            <pc:docMk/>
            <pc:sldMk cId="3885840500" sldId="257"/>
            <ac:spMk id="3" creationId="{1DAC29AC-3EDC-447B-91D6-90B8BC63DB7C}"/>
          </ac:spMkLst>
        </pc:spChg>
      </pc:sldChg>
      <pc:sldChg chg="modSp mod">
        <pc:chgData name="Yousaf Masih" userId="f7b57fbf-6d1a-40e2-8887-3f8b54d31a62" providerId="ADAL" clId="{B8EF46A3-1F2E-4329-A809-B15169B40CFF}" dt="2025-12-19T21:32:56.878" v="557" actId="207"/>
        <pc:sldMkLst>
          <pc:docMk/>
          <pc:sldMk cId="1688336611" sldId="258"/>
        </pc:sldMkLst>
        <pc:spChg chg="mod">
          <ac:chgData name="Yousaf Masih" userId="f7b57fbf-6d1a-40e2-8887-3f8b54d31a62" providerId="ADAL" clId="{B8EF46A3-1F2E-4329-A809-B15169B40CFF}" dt="2025-12-19T21:32:56.878" v="557" actId="207"/>
          <ac:spMkLst>
            <pc:docMk/>
            <pc:sldMk cId="1688336611" sldId="258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32:53.686" v="556" actId="20577"/>
          <ac:spMkLst>
            <pc:docMk/>
            <pc:sldMk cId="1688336611" sldId="258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2:06:22.227" v="904" actId="20577"/>
        <pc:sldMkLst>
          <pc:docMk/>
          <pc:sldMk cId="3977934090" sldId="259"/>
        </pc:sldMkLst>
        <pc:spChg chg="mod">
          <ac:chgData name="Yousaf Masih" userId="f7b57fbf-6d1a-40e2-8887-3f8b54d31a62" providerId="ADAL" clId="{B8EF46A3-1F2E-4329-A809-B15169B40CFF}" dt="2025-12-19T22:02:28.239" v="898" actId="20577"/>
          <ac:spMkLst>
            <pc:docMk/>
            <pc:sldMk cId="3977934090" sldId="259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2:06:22.227" v="904" actId="20577"/>
          <ac:spMkLst>
            <pc:docMk/>
            <pc:sldMk cId="3977934090" sldId="259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2:02:34.504" v="900" actId="5793"/>
        <pc:sldMkLst>
          <pc:docMk/>
          <pc:sldMk cId="4104483351" sldId="260"/>
        </pc:sldMkLst>
        <pc:spChg chg="mod">
          <ac:chgData name="Yousaf Masih" userId="f7b57fbf-6d1a-40e2-8887-3f8b54d31a62" providerId="ADAL" clId="{B8EF46A3-1F2E-4329-A809-B15169B40CFF}" dt="2025-12-19T22:02:34.504" v="900" actId="5793"/>
          <ac:spMkLst>
            <pc:docMk/>
            <pc:sldMk cId="4104483351" sldId="260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32:40.799" v="553" actId="20577"/>
          <ac:spMkLst>
            <pc:docMk/>
            <pc:sldMk cId="4104483351" sldId="260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2:07:00.239" v="913" actId="20577"/>
        <pc:sldMkLst>
          <pc:docMk/>
          <pc:sldMk cId="2688724045" sldId="263"/>
        </pc:sldMkLst>
        <pc:spChg chg="mod">
          <ac:chgData name="Yousaf Masih" userId="f7b57fbf-6d1a-40e2-8887-3f8b54d31a62" providerId="ADAL" clId="{B8EF46A3-1F2E-4329-A809-B15169B40CFF}" dt="2025-12-19T22:03:23.601" v="901" actId="20577"/>
          <ac:spMkLst>
            <pc:docMk/>
            <pc:sldMk cId="2688724045" sldId="263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2:07:00.239" v="913" actId="20577"/>
          <ac:spMkLst>
            <pc:docMk/>
            <pc:sldMk cId="2688724045" sldId="263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2:03:28.667" v="903" actId="5793"/>
        <pc:sldMkLst>
          <pc:docMk/>
          <pc:sldMk cId="1071873815" sldId="264"/>
        </pc:sldMkLst>
        <pc:spChg chg="mod">
          <ac:chgData name="Yousaf Masih" userId="f7b57fbf-6d1a-40e2-8887-3f8b54d31a62" providerId="ADAL" clId="{B8EF46A3-1F2E-4329-A809-B15169B40CFF}" dt="2025-12-19T22:03:28.667" v="903" actId="5793"/>
          <ac:spMkLst>
            <pc:docMk/>
            <pc:sldMk cId="1071873815" sldId="264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33:10.423" v="562" actId="20577"/>
          <ac:spMkLst>
            <pc:docMk/>
            <pc:sldMk cId="1071873815" sldId="264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33:26.933" v="564" actId="207"/>
        <pc:sldMkLst>
          <pc:docMk/>
          <pc:sldMk cId="980228546" sldId="265"/>
        </pc:sldMkLst>
        <pc:spChg chg="mod">
          <ac:chgData name="Yousaf Masih" userId="f7b57fbf-6d1a-40e2-8887-3f8b54d31a62" providerId="ADAL" clId="{B8EF46A3-1F2E-4329-A809-B15169B40CFF}" dt="2025-12-19T21:33:26.933" v="564" actId="207"/>
          <ac:spMkLst>
            <pc:docMk/>
            <pc:sldMk cId="980228546" sldId="265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0:33:00.493" v="130" actId="207"/>
          <ac:spMkLst>
            <pc:docMk/>
            <pc:sldMk cId="980228546" sldId="265"/>
            <ac:spMk id="3" creationId="{1DAC29AC-3EDC-447B-91D6-90B8BC63DB7C}"/>
          </ac:spMkLst>
        </pc:spChg>
      </pc:sldChg>
      <pc:sldChg chg="addSp delSp modSp mod modAnim">
        <pc:chgData name="Yousaf Masih" userId="f7b57fbf-6d1a-40e2-8887-3f8b54d31a62" providerId="ADAL" clId="{B8EF46A3-1F2E-4329-A809-B15169B40CFF}" dt="2025-12-19T21:33:44.259" v="568" actId="20577"/>
        <pc:sldMkLst>
          <pc:docMk/>
          <pc:sldMk cId="3456990999" sldId="266"/>
        </pc:sldMkLst>
        <pc:spChg chg="mod">
          <ac:chgData name="Yousaf Masih" userId="f7b57fbf-6d1a-40e2-8887-3f8b54d31a62" providerId="ADAL" clId="{B8EF46A3-1F2E-4329-A809-B15169B40CFF}" dt="2025-12-19T21:33:31.906" v="565" actId="207"/>
          <ac:spMkLst>
            <pc:docMk/>
            <pc:sldMk cId="3456990999" sldId="266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33:44.259" v="568" actId="20577"/>
          <ac:spMkLst>
            <pc:docMk/>
            <pc:sldMk cId="3456990999" sldId="266"/>
            <ac:spMk id="3" creationId="{1DAC29AC-3EDC-447B-91D6-90B8BC63DB7C}"/>
          </ac:spMkLst>
        </pc:spChg>
        <pc:spChg chg="add del">
          <ac:chgData name="Yousaf Masih" userId="f7b57fbf-6d1a-40e2-8887-3f8b54d31a62" providerId="ADAL" clId="{B8EF46A3-1F2E-4329-A809-B15169B40CFF}" dt="2025-12-19T20:31:22.960" v="112" actId="22"/>
          <ac:spMkLst>
            <pc:docMk/>
            <pc:sldMk cId="3456990999" sldId="266"/>
            <ac:spMk id="5" creationId="{6444607B-935A-835F-B332-1E82064E2EF5}"/>
          </ac:spMkLst>
        </pc:spChg>
      </pc:sldChg>
      <pc:sldChg chg="modSp mod modAnim">
        <pc:chgData name="Yousaf Masih" userId="f7b57fbf-6d1a-40e2-8887-3f8b54d31a62" providerId="ADAL" clId="{B8EF46A3-1F2E-4329-A809-B15169B40CFF}" dt="2025-12-19T21:42:53.142" v="600" actId="20577"/>
        <pc:sldMkLst>
          <pc:docMk/>
          <pc:sldMk cId="1190956932" sldId="267"/>
        </pc:sldMkLst>
        <pc:spChg chg="mod">
          <ac:chgData name="Yousaf Masih" userId="f7b57fbf-6d1a-40e2-8887-3f8b54d31a62" providerId="ADAL" clId="{B8EF46A3-1F2E-4329-A809-B15169B40CFF}" dt="2025-12-19T21:42:53.142" v="600" actId="20577"/>
          <ac:spMkLst>
            <pc:docMk/>
            <pc:sldMk cId="1190956932" sldId="267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01:05.490" v="168" actId="20578"/>
          <ac:spMkLst>
            <pc:docMk/>
            <pc:sldMk cId="1190956932" sldId="267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42:58.360" v="602" actId="5793"/>
        <pc:sldMkLst>
          <pc:docMk/>
          <pc:sldMk cId="1882009476" sldId="268"/>
        </pc:sldMkLst>
        <pc:spChg chg="mod">
          <ac:chgData name="Yousaf Masih" userId="f7b57fbf-6d1a-40e2-8887-3f8b54d31a62" providerId="ADAL" clId="{B8EF46A3-1F2E-4329-A809-B15169B40CFF}" dt="2025-12-19T21:42:58.360" v="602" actId="5793"/>
          <ac:spMkLst>
            <pc:docMk/>
            <pc:sldMk cId="1882009476" sldId="268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33:52.984" v="571" actId="20577"/>
          <ac:spMkLst>
            <pc:docMk/>
            <pc:sldMk cId="1882009476" sldId="268"/>
            <ac:spMk id="3" creationId="{1DAC29AC-3EDC-447B-91D6-90B8BC63DB7C}"/>
          </ac:spMkLst>
        </pc:spChg>
      </pc:sldChg>
      <pc:sldChg chg="modSp mod">
        <pc:chgData name="Yousaf Masih" userId="f7b57fbf-6d1a-40e2-8887-3f8b54d31a62" providerId="ADAL" clId="{B8EF46A3-1F2E-4329-A809-B15169B40CFF}" dt="2025-12-19T21:34:01.635" v="572" actId="207"/>
        <pc:sldMkLst>
          <pc:docMk/>
          <pc:sldMk cId="2663460646" sldId="269"/>
        </pc:sldMkLst>
        <pc:spChg chg="mod">
          <ac:chgData name="Yousaf Masih" userId="f7b57fbf-6d1a-40e2-8887-3f8b54d31a62" providerId="ADAL" clId="{B8EF46A3-1F2E-4329-A809-B15169B40CFF}" dt="2025-12-19T21:34:01.635" v="572" actId="207"/>
          <ac:spMkLst>
            <pc:docMk/>
            <pc:sldMk cId="2663460646" sldId="269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03:48.334" v="208" actId="20577"/>
          <ac:spMkLst>
            <pc:docMk/>
            <pc:sldMk cId="2663460646" sldId="269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2:10:07.146" v="919" actId="20577"/>
        <pc:sldMkLst>
          <pc:docMk/>
          <pc:sldMk cId="1994001998" sldId="270"/>
        </pc:sldMkLst>
        <pc:spChg chg="mod">
          <ac:chgData name="Yousaf Masih" userId="f7b57fbf-6d1a-40e2-8887-3f8b54d31a62" providerId="ADAL" clId="{B8EF46A3-1F2E-4329-A809-B15169B40CFF}" dt="2025-12-19T21:34:06.441" v="573" actId="207"/>
          <ac:spMkLst>
            <pc:docMk/>
            <pc:sldMk cId="1994001998" sldId="270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2:10:07.146" v="919" actId="20577"/>
          <ac:spMkLst>
            <pc:docMk/>
            <pc:sldMk cId="1994001998" sldId="270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44:07.566" v="603" actId="20577"/>
        <pc:sldMkLst>
          <pc:docMk/>
          <pc:sldMk cId="2065907737" sldId="271"/>
        </pc:sldMkLst>
        <pc:spChg chg="mod">
          <ac:chgData name="Yousaf Masih" userId="f7b57fbf-6d1a-40e2-8887-3f8b54d31a62" providerId="ADAL" clId="{B8EF46A3-1F2E-4329-A809-B15169B40CFF}" dt="2025-12-19T21:34:13.927" v="574" actId="207"/>
          <ac:spMkLst>
            <pc:docMk/>
            <pc:sldMk cId="2065907737" sldId="271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44:07.566" v="603" actId="20577"/>
          <ac:spMkLst>
            <pc:docMk/>
            <pc:sldMk cId="2065907737" sldId="271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34:27.317" v="575" actId="207"/>
        <pc:sldMkLst>
          <pc:docMk/>
          <pc:sldMk cId="2064083141" sldId="272"/>
        </pc:sldMkLst>
        <pc:spChg chg="mod">
          <ac:chgData name="Yousaf Masih" userId="f7b57fbf-6d1a-40e2-8887-3f8b54d31a62" providerId="ADAL" clId="{B8EF46A3-1F2E-4329-A809-B15169B40CFF}" dt="2025-12-19T21:34:27.317" v="575" actId="207"/>
          <ac:spMkLst>
            <pc:docMk/>
            <pc:sldMk cId="2064083141" sldId="272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10:35.670" v="239" actId="20577"/>
          <ac:spMkLst>
            <pc:docMk/>
            <pc:sldMk cId="2064083141" sldId="272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34:38.910" v="576" actId="113"/>
        <pc:sldMkLst>
          <pc:docMk/>
          <pc:sldMk cId="1462876568" sldId="273"/>
        </pc:sldMkLst>
        <pc:spChg chg="mod">
          <ac:chgData name="Yousaf Masih" userId="f7b57fbf-6d1a-40e2-8887-3f8b54d31a62" providerId="ADAL" clId="{B8EF46A3-1F2E-4329-A809-B15169B40CFF}" dt="2025-12-19T21:15:44.180" v="313" actId="20577"/>
          <ac:spMkLst>
            <pc:docMk/>
            <pc:sldMk cId="1462876568" sldId="273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34:38.910" v="576" actId="113"/>
          <ac:spMkLst>
            <pc:docMk/>
            <pc:sldMk cId="1462876568" sldId="273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15:30.286" v="311" actId="207"/>
        <pc:sldMkLst>
          <pc:docMk/>
          <pc:sldMk cId="4231013629" sldId="276"/>
        </pc:sldMkLst>
        <pc:spChg chg="mod">
          <ac:chgData name="Yousaf Masih" userId="f7b57fbf-6d1a-40e2-8887-3f8b54d31a62" providerId="ADAL" clId="{B8EF46A3-1F2E-4329-A809-B15169B40CFF}" dt="2025-12-19T21:15:30.286" v="311" actId="207"/>
          <ac:spMkLst>
            <pc:docMk/>
            <pc:sldMk cId="4231013629" sldId="276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15:08.469" v="308" actId="20577"/>
          <ac:spMkLst>
            <pc:docMk/>
            <pc:sldMk cId="4231013629" sldId="276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45:27.850" v="605" actId="113"/>
        <pc:sldMkLst>
          <pc:docMk/>
          <pc:sldMk cId="366398743" sldId="277"/>
        </pc:sldMkLst>
        <pc:spChg chg="mod">
          <ac:chgData name="Yousaf Masih" userId="f7b57fbf-6d1a-40e2-8887-3f8b54d31a62" providerId="ADAL" clId="{B8EF46A3-1F2E-4329-A809-B15169B40CFF}" dt="2025-12-19T21:35:17.128" v="577" actId="20577"/>
          <ac:spMkLst>
            <pc:docMk/>
            <pc:sldMk cId="366398743" sldId="277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45:27.850" v="605" actId="113"/>
          <ac:spMkLst>
            <pc:docMk/>
            <pc:sldMk cId="366398743" sldId="277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31:45.621" v="545" actId="255"/>
        <pc:sldMkLst>
          <pc:docMk/>
          <pc:sldMk cId="2831022702" sldId="278"/>
        </pc:sldMkLst>
        <pc:spChg chg="mod">
          <ac:chgData name="Yousaf Masih" userId="f7b57fbf-6d1a-40e2-8887-3f8b54d31a62" providerId="ADAL" clId="{B8EF46A3-1F2E-4329-A809-B15169B40CFF}" dt="2025-12-19T21:28:13.111" v="516" actId="5793"/>
          <ac:spMkLst>
            <pc:docMk/>
            <pc:sldMk cId="2831022702" sldId="278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31:45.621" v="545" actId="255"/>
          <ac:spMkLst>
            <pc:docMk/>
            <pc:sldMk cId="2831022702" sldId="278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25:44.303" v="471" actId="207"/>
        <pc:sldMkLst>
          <pc:docMk/>
          <pc:sldMk cId="1565876406" sldId="279"/>
        </pc:sldMkLst>
        <pc:spChg chg="mod">
          <ac:chgData name="Yousaf Masih" userId="f7b57fbf-6d1a-40e2-8887-3f8b54d31a62" providerId="ADAL" clId="{B8EF46A3-1F2E-4329-A809-B15169B40CFF}" dt="2025-12-19T21:25:44.303" v="471" actId="207"/>
          <ac:spMkLst>
            <pc:docMk/>
            <pc:sldMk cId="1565876406" sldId="279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23:00.428" v="456" actId="113"/>
          <ac:spMkLst>
            <pc:docMk/>
            <pc:sldMk cId="1565876406" sldId="279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26:01.206" v="472"/>
        <pc:sldMkLst>
          <pc:docMk/>
          <pc:sldMk cId="2225183364" sldId="280"/>
        </pc:sldMkLst>
        <pc:spChg chg="mod">
          <ac:chgData name="Yousaf Masih" userId="f7b57fbf-6d1a-40e2-8887-3f8b54d31a62" providerId="ADAL" clId="{B8EF46A3-1F2E-4329-A809-B15169B40CFF}" dt="2025-12-19T21:26:01.206" v="472"/>
          <ac:spMkLst>
            <pc:docMk/>
            <pc:sldMk cId="2225183364" sldId="280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23:33.280" v="460" actId="20577"/>
          <ac:spMkLst>
            <pc:docMk/>
            <pc:sldMk cId="2225183364" sldId="280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46:38.132" v="609" actId="20577"/>
        <pc:sldMkLst>
          <pc:docMk/>
          <pc:sldMk cId="366398743" sldId="281"/>
        </pc:sldMkLst>
        <pc:spChg chg="mod">
          <ac:chgData name="Yousaf Masih" userId="f7b57fbf-6d1a-40e2-8887-3f8b54d31a62" providerId="ADAL" clId="{B8EF46A3-1F2E-4329-A809-B15169B40CFF}" dt="2025-12-19T21:46:38.132" v="609" actId="20577"/>
          <ac:spMkLst>
            <pc:docMk/>
            <pc:sldMk cId="366398743" sldId="281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46:30.571" v="608" actId="113"/>
          <ac:spMkLst>
            <pc:docMk/>
            <pc:sldMk cId="366398743" sldId="281"/>
            <ac:spMk id="3" creationId="{1DAC29AC-3EDC-447B-91D6-90B8BC63DB7C}"/>
          </ac:spMkLst>
        </pc:spChg>
      </pc:sldChg>
      <pc:sldChg chg="modSp mod">
        <pc:chgData name="Yousaf Masih" userId="f7b57fbf-6d1a-40e2-8887-3f8b54d31a62" providerId="ADAL" clId="{B8EF46A3-1F2E-4329-A809-B15169B40CFF}" dt="2025-12-19T21:47:03.091" v="614" actId="20577"/>
        <pc:sldMkLst>
          <pc:docMk/>
          <pc:sldMk cId="2831022702" sldId="282"/>
        </pc:sldMkLst>
        <pc:spChg chg="mod">
          <ac:chgData name="Yousaf Masih" userId="f7b57fbf-6d1a-40e2-8887-3f8b54d31a62" providerId="ADAL" clId="{B8EF46A3-1F2E-4329-A809-B15169B40CFF}" dt="2025-12-19T21:47:03.091" v="614" actId="20577"/>
          <ac:spMkLst>
            <pc:docMk/>
            <pc:sldMk cId="2831022702" sldId="282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47:01.094" v="613" actId="207"/>
          <ac:spMkLst>
            <pc:docMk/>
            <pc:sldMk cId="2831022702" sldId="282"/>
            <ac:spMk id="3" creationId="{1DAC29AC-3EDC-447B-91D6-90B8BC63DB7C}"/>
          </ac:spMkLst>
        </pc:spChg>
      </pc:sldChg>
      <pc:sldChg chg="modSp mod modAnim">
        <pc:chgData name="Yousaf Masih" userId="f7b57fbf-6d1a-40e2-8887-3f8b54d31a62" providerId="ADAL" clId="{B8EF46A3-1F2E-4329-A809-B15169B40CFF}" dt="2025-12-19T21:37:35.709" v="599" actId="207"/>
        <pc:sldMkLst>
          <pc:docMk/>
          <pc:sldMk cId="366398743" sldId="283"/>
        </pc:sldMkLst>
        <pc:spChg chg="mod">
          <ac:chgData name="Yousaf Masih" userId="f7b57fbf-6d1a-40e2-8887-3f8b54d31a62" providerId="ADAL" clId="{B8EF46A3-1F2E-4329-A809-B15169B40CFF}" dt="2025-12-19T21:37:35.709" v="599" actId="207"/>
          <ac:spMkLst>
            <pc:docMk/>
            <pc:sldMk cId="366398743" sldId="283"/>
            <ac:spMk id="2" creationId="{A2F8FEF1-CE13-4C94-8D4E-8936B1922553}"/>
          </ac:spMkLst>
        </pc:spChg>
        <pc:spChg chg="mod">
          <ac:chgData name="Yousaf Masih" userId="f7b57fbf-6d1a-40e2-8887-3f8b54d31a62" providerId="ADAL" clId="{B8EF46A3-1F2E-4329-A809-B15169B40CFF}" dt="2025-12-19T21:36:10.727" v="584" actId="20577"/>
          <ac:spMkLst>
            <pc:docMk/>
            <pc:sldMk cId="366398743" sldId="283"/>
            <ac:spMk id="3" creationId="{1DAC29AC-3EDC-447B-91D6-90B8BC63DB7C}"/>
          </ac:spMkLst>
        </pc:spChg>
      </pc:sldChg>
      <pc:sldChg chg="addSp delSp modSp mod">
        <pc:chgData name="Yousaf Masih" userId="f7b57fbf-6d1a-40e2-8887-3f8b54d31a62" providerId="ADAL" clId="{B8EF46A3-1F2E-4329-A809-B15169B40CFF}" dt="2025-12-19T21:50:48.834" v="696" actId="20577"/>
        <pc:sldMkLst>
          <pc:docMk/>
          <pc:sldMk cId="2831022702" sldId="284"/>
        </pc:sldMkLst>
        <pc:spChg chg="add del mod">
          <ac:chgData name="Yousaf Masih" userId="f7b57fbf-6d1a-40e2-8887-3f8b54d31a62" providerId="ADAL" clId="{B8EF46A3-1F2E-4329-A809-B15169B40CFF}" dt="2025-12-19T21:47:38.106" v="617" actId="20577"/>
          <ac:spMkLst>
            <pc:docMk/>
            <pc:sldMk cId="2831022702" sldId="284"/>
            <ac:spMk id="2" creationId="{A2F8FEF1-CE13-4C94-8D4E-8936B1922553}"/>
          </ac:spMkLst>
        </pc:spChg>
        <pc:spChg chg="add del mod">
          <ac:chgData name="Yousaf Masih" userId="f7b57fbf-6d1a-40e2-8887-3f8b54d31a62" providerId="ADAL" clId="{B8EF46A3-1F2E-4329-A809-B15169B40CFF}" dt="2025-12-19T21:50:48.834" v="696" actId="20577"/>
          <ac:spMkLst>
            <pc:docMk/>
            <pc:sldMk cId="2831022702" sldId="284"/>
            <ac:spMk id="3" creationId="{1DAC29AC-3EDC-447B-91D6-90B8BC63DB7C}"/>
          </ac:spMkLst>
        </pc:spChg>
        <pc:spChg chg="add del mod">
          <ac:chgData name="Yousaf Masih" userId="f7b57fbf-6d1a-40e2-8887-3f8b54d31a62" providerId="ADAL" clId="{B8EF46A3-1F2E-4329-A809-B15169B40CFF}" dt="2025-12-19T21:24:52.341" v="462" actId="478"/>
          <ac:spMkLst>
            <pc:docMk/>
            <pc:sldMk cId="2831022702" sldId="284"/>
            <ac:spMk id="5" creationId="{206E28C5-5922-DE4A-8B98-B347D1E1060E}"/>
          </ac:spMkLst>
        </pc:spChg>
        <pc:spChg chg="add del mod">
          <ac:chgData name="Yousaf Masih" userId="f7b57fbf-6d1a-40e2-8887-3f8b54d31a62" providerId="ADAL" clId="{B8EF46A3-1F2E-4329-A809-B15169B40CFF}" dt="2025-12-19T21:24:52.341" v="462" actId="478"/>
          <ac:spMkLst>
            <pc:docMk/>
            <pc:sldMk cId="2831022702" sldId="284"/>
            <ac:spMk id="7" creationId="{40CC6D38-53A7-8E11-B5F1-CC8D75422C6B}"/>
          </ac:spMkLst>
        </pc:spChg>
      </pc:sldChg>
      <pc:sldChg chg="add">
        <pc:chgData name="Yousaf Masih" userId="f7b57fbf-6d1a-40e2-8887-3f8b54d31a62" providerId="ADAL" clId="{B8EF46A3-1F2E-4329-A809-B15169B40CFF}" dt="2025-12-19T21:47:25.526" v="615" actId="2890"/>
        <pc:sldMkLst>
          <pc:docMk/>
          <pc:sldMk cId="3882208682" sldId="285"/>
        </pc:sldMkLst>
      </pc:sldChg>
      <pc:sldChg chg="modSp add mod ord">
        <pc:chgData name="Yousaf Masih" userId="f7b57fbf-6d1a-40e2-8887-3f8b54d31a62" providerId="ADAL" clId="{B8EF46A3-1F2E-4329-A809-B15169B40CFF}" dt="2025-12-19T21:50:22.475" v="691" actId="20577"/>
        <pc:sldMkLst>
          <pc:docMk/>
          <pc:sldMk cId="3410317205" sldId="286"/>
        </pc:sldMkLst>
        <pc:spChg chg="mod">
          <ac:chgData name="Yousaf Masih" userId="f7b57fbf-6d1a-40e2-8887-3f8b54d31a62" providerId="ADAL" clId="{B8EF46A3-1F2E-4329-A809-B15169B40CFF}" dt="2025-12-19T21:47:59.370" v="624" actId="20577"/>
          <ac:spMkLst>
            <pc:docMk/>
            <pc:sldMk cId="3410317205" sldId="286"/>
            <ac:spMk id="2" creationId="{88EBDFBF-2779-CB56-5806-77ED29457B19}"/>
          </ac:spMkLst>
        </pc:spChg>
        <pc:spChg chg="mod">
          <ac:chgData name="Yousaf Masih" userId="f7b57fbf-6d1a-40e2-8887-3f8b54d31a62" providerId="ADAL" clId="{B8EF46A3-1F2E-4329-A809-B15169B40CFF}" dt="2025-12-19T21:50:22.475" v="691" actId="20577"/>
          <ac:spMkLst>
            <pc:docMk/>
            <pc:sldMk cId="3410317205" sldId="286"/>
            <ac:spMk id="3" creationId="{6D09DC63-CF1C-84DE-E93F-82619F63C346}"/>
          </ac:spMkLst>
        </pc:spChg>
      </pc:sldChg>
      <pc:sldChg chg="modSp add mod ord">
        <pc:chgData name="Yousaf Masih" userId="f7b57fbf-6d1a-40e2-8887-3f8b54d31a62" providerId="ADAL" clId="{B8EF46A3-1F2E-4329-A809-B15169B40CFF}" dt="2025-12-19T21:53:15.289" v="760" actId="20577"/>
        <pc:sldMkLst>
          <pc:docMk/>
          <pc:sldMk cId="2092596424" sldId="287"/>
        </pc:sldMkLst>
        <pc:spChg chg="mod">
          <ac:chgData name="Yousaf Masih" userId="f7b57fbf-6d1a-40e2-8887-3f8b54d31a62" providerId="ADAL" clId="{B8EF46A3-1F2E-4329-A809-B15169B40CFF}" dt="2025-12-19T21:53:15.289" v="760" actId="20577"/>
          <ac:spMkLst>
            <pc:docMk/>
            <pc:sldMk cId="2092596424" sldId="287"/>
            <ac:spMk id="2" creationId="{69226FB7-7AC3-40B6-8F58-089E47A0BEB6}"/>
          </ac:spMkLst>
        </pc:spChg>
        <pc:spChg chg="mod">
          <ac:chgData name="Yousaf Masih" userId="f7b57fbf-6d1a-40e2-8887-3f8b54d31a62" providerId="ADAL" clId="{B8EF46A3-1F2E-4329-A809-B15169B40CFF}" dt="2025-12-19T21:52:55.863" v="757" actId="207"/>
          <ac:spMkLst>
            <pc:docMk/>
            <pc:sldMk cId="2092596424" sldId="287"/>
            <ac:spMk id="3" creationId="{AEA71C2C-BE94-D8C3-D478-98E79F0357F5}"/>
          </ac:spMkLst>
        </pc:spChg>
      </pc:sldChg>
      <pc:sldChg chg="modSp add mod">
        <pc:chgData name="Yousaf Masih" userId="f7b57fbf-6d1a-40e2-8887-3f8b54d31a62" providerId="ADAL" clId="{B8EF46A3-1F2E-4329-A809-B15169B40CFF}" dt="2025-12-19T21:53:42.882" v="769" actId="20577"/>
        <pc:sldMkLst>
          <pc:docMk/>
          <pc:sldMk cId="3975802652" sldId="288"/>
        </pc:sldMkLst>
        <pc:spChg chg="mod">
          <ac:chgData name="Yousaf Masih" userId="f7b57fbf-6d1a-40e2-8887-3f8b54d31a62" providerId="ADAL" clId="{B8EF46A3-1F2E-4329-A809-B15169B40CFF}" dt="2025-12-19T21:49:02.736" v="660" actId="20577"/>
          <ac:spMkLst>
            <pc:docMk/>
            <pc:sldMk cId="3975802652" sldId="288"/>
            <ac:spMk id="2" creationId="{DE833766-1D7D-740A-3A1F-5492F6171186}"/>
          </ac:spMkLst>
        </pc:spChg>
        <pc:spChg chg="mod">
          <ac:chgData name="Yousaf Masih" userId="f7b57fbf-6d1a-40e2-8887-3f8b54d31a62" providerId="ADAL" clId="{B8EF46A3-1F2E-4329-A809-B15169B40CFF}" dt="2025-12-19T21:53:42.882" v="769" actId="20577"/>
          <ac:spMkLst>
            <pc:docMk/>
            <pc:sldMk cId="3975802652" sldId="288"/>
            <ac:spMk id="3" creationId="{DD4E4D99-91AE-7898-2578-109C0F319A76}"/>
          </ac:spMkLst>
        </pc:spChg>
      </pc:sldChg>
      <pc:sldChg chg="modSp add mod">
        <pc:chgData name="Yousaf Masih" userId="f7b57fbf-6d1a-40e2-8887-3f8b54d31a62" providerId="ADAL" clId="{B8EF46A3-1F2E-4329-A809-B15169B40CFF}" dt="2025-12-19T22:01:55.695" v="892" actId="20577"/>
        <pc:sldMkLst>
          <pc:docMk/>
          <pc:sldMk cId="1572523398" sldId="289"/>
        </pc:sldMkLst>
        <pc:spChg chg="mod">
          <ac:chgData name="Yousaf Masih" userId="f7b57fbf-6d1a-40e2-8887-3f8b54d31a62" providerId="ADAL" clId="{B8EF46A3-1F2E-4329-A809-B15169B40CFF}" dt="2025-12-19T22:01:55.695" v="892" actId="20577"/>
          <ac:spMkLst>
            <pc:docMk/>
            <pc:sldMk cId="1572523398" sldId="289"/>
            <ac:spMk id="2" creationId="{AD176831-9ECE-2248-BB24-0176B1EB6255}"/>
          </ac:spMkLst>
        </pc:spChg>
        <pc:spChg chg="mod">
          <ac:chgData name="Yousaf Masih" userId="f7b57fbf-6d1a-40e2-8887-3f8b54d31a62" providerId="ADAL" clId="{B8EF46A3-1F2E-4329-A809-B15169B40CFF}" dt="2025-12-19T21:55:21.648" v="781" actId="255"/>
          <ac:spMkLst>
            <pc:docMk/>
            <pc:sldMk cId="1572523398" sldId="289"/>
            <ac:spMk id="3" creationId="{85B22E87-F392-B0E5-A64B-606AB6E22CEC}"/>
          </ac:spMkLst>
        </pc:spChg>
      </pc:sldChg>
      <pc:sldChg chg="modSp add mod">
        <pc:chgData name="Yousaf Masih" userId="f7b57fbf-6d1a-40e2-8887-3f8b54d31a62" providerId="ADAL" clId="{B8EF46A3-1F2E-4329-A809-B15169B40CFF}" dt="2025-12-19T21:57:35.225" v="830" actId="255"/>
        <pc:sldMkLst>
          <pc:docMk/>
          <pc:sldMk cId="2549773526" sldId="290"/>
        </pc:sldMkLst>
        <pc:spChg chg="mod">
          <ac:chgData name="Yousaf Masih" userId="f7b57fbf-6d1a-40e2-8887-3f8b54d31a62" providerId="ADAL" clId="{B8EF46A3-1F2E-4329-A809-B15169B40CFF}" dt="2025-12-19T21:49:21.934" v="668" actId="20577"/>
          <ac:spMkLst>
            <pc:docMk/>
            <pc:sldMk cId="2549773526" sldId="290"/>
            <ac:spMk id="2" creationId="{3E972742-5258-748A-1A4A-330841CB92AF}"/>
          </ac:spMkLst>
        </pc:spChg>
        <pc:spChg chg="mod">
          <ac:chgData name="Yousaf Masih" userId="f7b57fbf-6d1a-40e2-8887-3f8b54d31a62" providerId="ADAL" clId="{B8EF46A3-1F2E-4329-A809-B15169B40CFF}" dt="2025-12-19T21:57:35.225" v="830" actId="255"/>
          <ac:spMkLst>
            <pc:docMk/>
            <pc:sldMk cId="2549773526" sldId="290"/>
            <ac:spMk id="3" creationId="{4B84E513-A73C-3B1C-E8C0-654AC7ED1EAE}"/>
          </ac:spMkLst>
        </pc:spChg>
      </pc:sldChg>
      <pc:sldChg chg="modSp add mod">
        <pc:chgData name="Yousaf Masih" userId="f7b57fbf-6d1a-40e2-8887-3f8b54d31a62" providerId="ADAL" clId="{B8EF46A3-1F2E-4329-A809-B15169B40CFF}" dt="2025-12-19T21:58:40.673" v="855" actId="255"/>
        <pc:sldMkLst>
          <pc:docMk/>
          <pc:sldMk cId="2380562803" sldId="291"/>
        </pc:sldMkLst>
        <pc:spChg chg="mod">
          <ac:chgData name="Yousaf Masih" userId="f7b57fbf-6d1a-40e2-8887-3f8b54d31a62" providerId="ADAL" clId="{B8EF46A3-1F2E-4329-A809-B15169B40CFF}" dt="2025-12-19T21:49:30.300" v="672" actId="20577"/>
          <ac:spMkLst>
            <pc:docMk/>
            <pc:sldMk cId="2380562803" sldId="291"/>
            <ac:spMk id="2" creationId="{156FAC11-1509-FE7E-5526-8F311EA4677A}"/>
          </ac:spMkLst>
        </pc:spChg>
        <pc:spChg chg="mod">
          <ac:chgData name="Yousaf Masih" userId="f7b57fbf-6d1a-40e2-8887-3f8b54d31a62" providerId="ADAL" clId="{B8EF46A3-1F2E-4329-A809-B15169B40CFF}" dt="2025-12-19T21:58:40.673" v="855" actId="255"/>
          <ac:spMkLst>
            <pc:docMk/>
            <pc:sldMk cId="2380562803" sldId="291"/>
            <ac:spMk id="3" creationId="{E4E5D583-809B-371E-8646-A458AECC77F0}"/>
          </ac:spMkLst>
        </pc:spChg>
      </pc:sldChg>
      <pc:sldChg chg="modSp add mod">
        <pc:chgData name="Yousaf Masih" userId="f7b57fbf-6d1a-40e2-8887-3f8b54d31a62" providerId="ADAL" clId="{B8EF46A3-1F2E-4329-A809-B15169B40CFF}" dt="2025-12-19T22:02:12.683" v="895" actId="20577"/>
        <pc:sldMkLst>
          <pc:docMk/>
          <pc:sldMk cId="2731275654" sldId="292"/>
        </pc:sldMkLst>
        <pc:spChg chg="mod">
          <ac:chgData name="Yousaf Masih" userId="f7b57fbf-6d1a-40e2-8887-3f8b54d31a62" providerId="ADAL" clId="{B8EF46A3-1F2E-4329-A809-B15169B40CFF}" dt="2025-12-19T22:02:12.683" v="895" actId="20577"/>
          <ac:spMkLst>
            <pc:docMk/>
            <pc:sldMk cId="2731275654" sldId="292"/>
            <ac:spMk id="2" creationId="{92D2625A-9CCD-33E0-101D-246E077A8832}"/>
          </ac:spMkLst>
        </pc:spChg>
        <pc:spChg chg="mod">
          <ac:chgData name="Yousaf Masih" userId="f7b57fbf-6d1a-40e2-8887-3f8b54d31a62" providerId="ADAL" clId="{B8EF46A3-1F2E-4329-A809-B15169B40CFF}" dt="2025-12-19T21:59:49.775" v="875" actId="255"/>
          <ac:spMkLst>
            <pc:docMk/>
            <pc:sldMk cId="2731275654" sldId="292"/>
            <ac:spMk id="3" creationId="{5FE1BADA-3AE7-0973-AF61-CA0BA6EDEBA3}"/>
          </ac:spMkLst>
        </pc:spChg>
      </pc:sldChg>
      <pc:sldChg chg="modSp add mod">
        <pc:chgData name="Yousaf Masih" userId="f7b57fbf-6d1a-40e2-8887-3f8b54d31a62" providerId="ADAL" clId="{B8EF46A3-1F2E-4329-A809-B15169B40CFF}" dt="2025-12-19T22:00:42.814" v="886" actId="207"/>
        <pc:sldMkLst>
          <pc:docMk/>
          <pc:sldMk cId="3325055989" sldId="293"/>
        </pc:sldMkLst>
        <pc:spChg chg="mod">
          <ac:chgData name="Yousaf Masih" userId="f7b57fbf-6d1a-40e2-8887-3f8b54d31a62" providerId="ADAL" clId="{B8EF46A3-1F2E-4329-A809-B15169B40CFF}" dt="2025-12-19T21:49:48.478" v="682" actId="20577"/>
          <ac:spMkLst>
            <pc:docMk/>
            <pc:sldMk cId="3325055989" sldId="293"/>
            <ac:spMk id="2" creationId="{35F0C0CD-F681-134F-199A-12C67190520E}"/>
          </ac:spMkLst>
        </pc:spChg>
        <pc:spChg chg="mod">
          <ac:chgData name="Yousaf Masih" userId="f7b57fbf-6d1a-40e2-8887-3f8b54d31a62" providerId="ADAL" clId="{B8EF46A3-1F2E-4329-A809-B15169B40CFF}" dt="2025-12-19T22:00:42.814" v="886" actId="207"/>
          <ac:spMkLst>
            <pc:docMk/>
            <pc:sldMk cId="3325055989" sldId="293"/>
            <ac:spMk id="3" creationId="{FEC7589D-AA6E-DBD9-02D7-BDE978C1A9B3}"/>
          </ac:spMkLst>
        </pc:spChg>
      </pc:sldChg>
      <pc:sldChg chg="modSp add mod ord">
        <pc:chgData name="Yousaf Masih" userId="f7b57fbf-6d1a-40e2-8887-3f8b54d31a62" providerId="ADAL" clId="{B8EF46A3-1F2E-4329-A809-B15169B40CFF}" dt="2025-12-19T21:53:10.610" v="759" actId="5793"/>
        <pc:sldMkLst>
          <pc:docMk/>
          <pc:sldMk cId="3769438738" sldId="294"/>
        </pc:sldMkLst>
        <pc:spChg chg="mod">
          <ac:chgData name="Yousaf Masih" userId="f7b57fbf-6d1a-40e2-8887-3f8b54d31a62" providerId="ADAL" clId="{B8EF46A3-1F2E-4329-A809-B15169B40CFF}" dt="2025-12-19T21:53:10.610" v="759" actId="5793"/>
          <ac:spMkLst>
            <pc:docMk/>
            <pc:sldMk cId="3769438738" sldId="294"/>
            <ac:spMk id="2" creationId="{EB640099-6471-A99B-82AE-66B59754FBF7}"/>
          </ac:spMkLst>
        </pc:spChg>
        <pc:spChg chg="mod">
          <ac:chgData name="Yousaf Masih" userId="f7b57fbf-6d1a-40e2-8887-3f8b54d31a62" providerId="ADAL" clId="{B8EF46A3-1F2E-4329-A809-B15169B40CFF}" dt="2025-12-19T21:52:39.033" v="735" actId="207"/>
          <ac:spMkLst>
            <pc:docMk/>
            <pc:sldMk cId="3769438738" sldId="294"/>
            <ac:spMk id="3" creationId="{8473D687-D6FA-CBA0-BD69-7ABEFF283370}"/>
          </ac:spMkLst>
        </pc:spChg>
      </pc:sldChg>
      <pc:sldChg chg="modSp add mod ord">
        <pc:chgData name="Yousaf Masih" userId="f7b57fbf-6d1a-40e2-8887-3f8b54d31a62" providerId="ADAL" clId="{B8EF46A3-1F2E-4329-A809-B15169B40CFF}" dt="2025-12-19T21:54:20.082" v="778" actId="207"/>
        <pc:sldMkLst>
          <pc:docMk/>
          <pc:sldMk cId="2523062514" sldId="295"/>
        </pc:sldMkLst>
        <pc:spChg chg="mod">
          <ac:chgData name="Yousaf Masih" userId="f7b57fbf-6d1a-40e2-8887-3f8b54d31a62" providerId="ADAL" clId="{B8EF46A3-1F2E-4329-A809-B15169B40CFF}" dt="2025-12-19T21:49:05.864" v="662" actId="20577"/>
          <ac:spMkLst>
            <pc:docMk/>
            <pc:sldMk cId="2523062514" sldId="295"/>
            <ac:spMk id="2" creationId="{AE75F69A-3EC6-736F-3B10-89A6E29A397C}"/>
          </ac:spMkLst>
        </pc:spChg>
        <pc:spChg chg="mod">
          <ac:chgData name="Yousaf Masih" userId="f7b57fbf-6d1a-40e2-8887-3f8b54d31a62" providerId="ADAL" clId="{B8EF46A3-1F2E-4329-A809-B15169B40CFF}" dt="2025-12-19T21:54:20.082" v="778" actId="207"/>
          <ac:spMkLst>
            <pc:docMk/>
            <pc:sldMk cId="2523062514" sldId="295"/>
            <ac:spMk id="3" creationId="{08561617-ED69-21A2-1228-44A870C37FB3}"/>
          </ac:spMkLst>
        </pc:spChg>
      </pc:sldChg>
      <pc:sldChg chg="modSp add mod ord">
        <pc:chgData name="Yousaf Masih" userId="f7b57fbf-6d1a-40e2-8887-3f8b54d31a62" providerId="ADAL" clId="{B8EF46A3-1F2E-4329-A809-B15169B40CFF}" dt="2025-12-19T22:02:00.109" v="894" actId="5793"/>
        <pc:sldMkLst>
          <pc:docMk/>
          <pc:sldMk cId="1114292978" sldId="296"/>
        </pc:sldMkLst>
        <pc:spChg chg="mod">
          <ac:chgData name="Yousaf Masih" userId="f7b57fbf-6d1a-40e2-8887-3f8b54d31a62" providerId="ADAL" clId="{B8EF46A3-1F2E-4329-A809-B15169B40CFF}" dt="2025-12-19T22:02:00.109" v="894" actId="5793"/>
          <ac:spMkLst>
            <pc:docMk/>
            <pc:sldMk cId="1114292978" sldId="296"/>
            <ac:spMk id="2" creationId="{CABA6BA5-FCFF-3366-0649-F102DF7B986D}"/>
          </ac:spMkLst>
        </pc:spChg>
        <pc:spChg chg="mod">
          <ac:chgData name="Yousaf Masih" userId="f7b57fbf-6d1a-40e2-8887-3f8b54d31a62" providerId="ADAL" clId="{B8EF46A3-1F2E-4329-A809-B15169B40CFF}" dt="2025-12-19T21:55:59.252" v="789" actId="207"/>
          <ac:spMkLst>
            <pc:docMk/>
            <pc:sldMk cId="1114292978" sldId="296"/>
            <ac:spMk id="3" creationId="{DD2A787A-7181-D8D7-5770-63442111FFC7}"/>
          </ac:spMkLst>
        </pc:spChg>
      </pc:sldChg>
      <pc:sldChg chg="modSp add mod ord">
        <pc:chgData name="Yousaf Masih" userId="f7b57fbf-6d1a-40e2-8887-3f8b54d31a62" providerId="ADAL" clId="{B8EF46A3-1F2E-4329-A809-B15169B40CFF}" dt="2025-12-19T21:58:12.244" v="851" actId="207"/>
        <pc:sldMkLst>
          <pc:docMk/>
          <pc:sldMk cId="3268705331" sldId="297"/>
        </pc:sldMkLst>
        <pc:spChg chg="mod">
          <ac:chgData name="Yousaf Masih" userId="f7b57fbf-6d1a-40e2-8887-3f8b54d31a62" providerId="ADAL" clId="{B8EF46A3-1F2E-4329-A809-B15169B40CFF}" dt="2025-12-19T21:49:25.170" v="670" actId="20577"/>
          <ac:spMkLst>
            <pc:docMk/>
            <pc:sldMk cId="3268705331" sldId="297"/>
            <ac:spMk id="2" creationId="{9CB8AD83-1712-928D-CBE4-561899A968ED}"/>
          </ac:spMkLst>
        </pc:spChg>
        <pc:spChg chg="mod">
          <ac:chgData name="Yousaf Masih" userId="f7b57fbf-6d1a-40e2-8887-3f8b54d31a62" providerId="ADAL" clId="{B8EF46A3-1F2E-4329-A809-B15169B40CFF}" dt="2025-12-19T21:58:12.244" v="851" actId="207"/>
          <ac:spMkLst>
            <pc:docMk/>
            <pc:sldMk cId="3268705331" sldId="297"/>
            <ac:spMk id="3" creationId="{8875D583-DA90-B727-033E-680D509D4EED}"/>
          </ac:spMkLst>
        </pc:spChg>
      </pc:sldChg>
      <pc:sldChg chg="modSp add mod ord">
        <pc:chgData name="Yousaf Masih" userId="f7b57fbf-6d1a-40e2-8887-3f8b54d31a62" providerId="ADAL" clId="{B8EF46A3-1F2E-4329-A809-B15169B40CFF}" dt="2025-12-19T21:59:10.541" v="871" actId="207"/>
        <pc:sldMkLst>
          <pc:docMk/>
          <pc:sldMk cId="3855489547" sldId="298"/>
        </pc:sldMkLst>
        <pc:spChg chg="mod">
          <ac:chgData name="Yousaf Masih" userId="f7b57fbf-6d1a-40e2-8887-3f8b54d31a62" providerId="ADAL" clId="{B8EF46A3-1F2E-4329-A809-B15169B40CFF}" dt="2025-12-19T21:49:35.134" v="674" actId="20577"/>
          <ac:spMkLst>
            <pc:docMk/>
            <pc:sldMk cId="3855489547" sldId="298"/>
            <ac:spMk id="2" creationId="{C4FDFDDE-FC1A-C9D8-5891-8FCB1EFDFBAD}"/>
          </ac:spMkLst>
        </pc:spChg>
        <pc:spChg chg="mod">
          <ac:chgData name="Yousaf Masih" userId="f7b57fbf-6d1a-40e2-8887-3f8b54d31a62" providerId="ADAL" clId="{B8EF46A3-1F2E-4329-A809-B15169B40CFF}" dt="2025-12-19T21:59:10.541" v="871" actId="207"/>
          <ac:spMkLst>
            <pc:docMk/>
            <pc:sldMk cId="3855489547" sldId="298"/>
            <ac:spMk id="3" creationId="{E97A2F29-2387-2BFB-91BC-38E8A3E1E687}"/>
          </ac:spMkLst>
        </pc:spChg>
      </pc:sldChg>
      <pc:sldChg chg="modSp add mod ord">
        <pc:chgData name="Yousaf Masih" userId="f7b57fbf-6d1a-40e2-8887-3f8b54d31a62" providerId="ADAL" clId="{B8EF46A3-1F2E-4329-A809-B15169B40CFF}" dt="2025-12-19T22:02:17.545" v="897" actId="5793"/>
        <pc:sldMkLst>
          <pc:docMk/>
          <pc:sldMk cId="3529727995" sldId="299"/>
        </pc:sldMkLst>
        <pc:spChg chg="mod">
          <ac:chgData name="Yousaf Masih" userId="f7b57fbf-6d1a-40e2-8887-3f8b54d31a62" providerId="ADAL" clId="{B8EF46A3-1F2E-4329-A809-B15169B40CFF}" dt="2025-12-19T22:02:17.545" v="897" actId="5793"/>
          <ac:spMkLst>
            <pc:docMk/>
            <pc:sldMk cId="3529727995" sldId="299"/>
            <ac:spMk id="2" creationId="{C66C605B-5C80-C3C9-033A-D9CA67660008}"/>
          </ac:spMkLst>
        </pc:spChg>
        <pc:spChg chg="mod">
          <ac:chgData name="Yousaf Masih" userId="f7b57fbf-6d1a-40e2-8887-3f8b54d31a62" providerId="ADAL" clId="{B8EF46A3-1F2E-4329-A809-B15169B40CFF}" dt="2025-12-19T22:00:10.277" v="881" actId="20577"/>
          <ac:spMkLst>
            <pc:docMk/>
            <pc:sldMk cId="3529727995" sldId="299"/>
            <ac:spMk id="3" creationId="{65FD2FE0-5404-1243-01EB-50616E122222}"/>
          </ac:spMkLst>
        </pc:spChg>
      </pc:sldChg>
      <pc:sldChg chg="modSp add mod ord">
        <pc:chgData name="Yousaf Masih" userId="f7b57fbf-6d1a-40e2-8887-3f8b54d31a62" providerId="ADAL" clId="{B8EF46A3-1F2E-4329-A809-B15169B40CFF}" dt="2025-12-19T22:01:04.034" v="891" actId="20577"/>
        <pc:sldMkLst>
          <pc:docMk/>
          <pc:sldMk cId="2838798794" sldId="300"/>
        </pc:sldMkLst>
        <pc:spChg chg="mod">
          <ac:chgData name="Yousaf Masih" userId="f7b57fbf-6d1a-40e2-8887-3f8b54d31a62" providerId="ADAL" clId="{B8EF46A3-1F2E-4329-A809-B15169B40CFF}" dt="2025-12-19T21:49:53.793" v="686" actId="20577"/>
          <ac:spMkLst>
            <pc:docMk/>
            <pc:sldMk cId="2838798794" sldId="300"/>
            <ac:spMk id="2" creationId="{D3B96247-D648-675C-6450-E202967723AB}"/>
          </ac:spMkLst>
        </pc:spChg>
        <pc:spChg chg="mod">
          <ac:chgData name="Yousaf Masih" userId="f7b57fbf-6d1a-40e2-8887-3f8b54d31a62" providerId="ADAL" clId="{B8EF46A3-1F2E-4329-A809-B15169B40CFF}" dt="2025-12-19T22:01:04.034" v="891" actId="20577"/>
          <ac:spMkLst>
            <pc:docMk/>
            <pc:sldMk cId="2838798794" sldId="300"/>
            <ac:spMk id="3" creationId="{3B6EDB50-617F-FF5A-F6C8-A888038EC1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oughtco.com/herod-the-great-enemy-of-jesus-christ-701064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olorful nativity sce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4" y="1291771"/>
            <a:ext cx="12192000" cy="55662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174" y="19876"/>
            <a:ext cx="11834192" cy="1557133"/>
          </a:xfrm>
        </p:spPr>
        <p:txBody>
          <a:bodyPr>
            <a:normAutofit/>
          </a:bodyPr>
          <a:lstStyle/>
          <a:p>
            <a:pPr algn="ctr"/>
            <a:r>
              <a:rPr lang="en-US" sz="9800" b="1" dirty="0">
                <a:solidFill>
                  <a:schemeClr val="tx1"/>
                </a:solidFill>
              </a:rPr>
              <a:t>Bible Quiz 2025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815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/>
              <a:t>What three titles did the angel use to describe Jesus?</a:t>
            </a:r>
            <a:endParaRPr lang="en-US" sz="5400" dirty="0"/>
          </a:p>
          <a:p>
            <a:pPr algn="l"/>
            <a:r>
              <a:rPr lang="en-US" sz="3600" b="1" dirty="0">
                <a:solidFill>
                  <a:schemeClr val="bg1"/>
                </a:solidFill>
              </a:rPr>
              <a:t>YOUR OPTIONS ARE: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</a:rPr>
              <a:t>A.   King, Prophet, Priest</a:t>
            </a:r>
            <a:br>
              <a:rPr lang="en-US" sz="3600" dirty="0">
                <a:solidFill>
                  <a:srgbClr val="FFFF00"/>
                </a:solidFill>
              </a:rPr>
            </a:br>
            <a:r>
              <a:rPr lang="en-US" sz="3600" dirty="0">
                <a:solidFill>
                  <a:srgbClr val="FFFF00"/>
                </a:solidFill>
              </a:rPr>
              <a:t>B.   Savior, Christ, the Lord</a:t>
            </a:r>
            <a:br>
              <a:rPr lang="en-US" sz="3600" dirty="0">
                <a:solidFill>
                  <a:srgbClr val="FFFF00"/>
                </a:solidFill>
              </a:rPr>
            </a:br>
            <a:r>
              <a:rPr lang="en-US" sz="3600" dirty="0">
                <a:solidFill>
                  <a:srgbClr val="FFFF00"/>
                </a:solidFill>
              </a:rPr>
              <a:t>C.   Son of David, Messiah, King</a:t>
            </a:r>
            <a:br>
              <a:rPr lang="en-US" sz="3600" dirty="0">
                <a:solidFill>
                  <a:srgbClr val="FFFF00"/>
                </a:solidFill>
              </a:rPr>
            </a:br>
            <a:r>
              <a:rPr lang="en-US" sz="3600" dirty="0">
                <a:solidFill>
                  <a:srgbClr val="FFFF00"/>
                </a:solidFill>
              </a:rPr>
              <a:t>D.  Prince of Peace, Mighty God, Everlasting Father</a:t>
            </a:r>
          </a:p>
        </p:txBody>
      </p:sp>
    </p:spTree>
    <p:extLst>
      <p:ext uri="{BB962C8B-B14F-4D97-AF65-F5344CB8AC3E}">
        <p14:creationId xmlns:p14="http://schemas.microsoft.com/office/powerpoint/2010/main" val="397793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– </a:t>
            </a:r>
            <a:r>
              <a:rPr lang="en-US" b="1" dirty="0">
                <a:solidFill>
                  <a:srgbClr val="FF0000"/>
                </a:solidFill>
              </a:rPr>
              <a:t>1*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r>
              <a:rPr lang="en-US" sz="4800" b="1" dirty="0"/>
              <a:t>Answer:</a:t>
            </a:r>
            <a:endParaRPr lang="en-US" sz="4800" dirty="0">
              <a:solidFill>
                <a:srgbClr val="FFFF00"/>
              </a:solidFill>
            </a:endParaRPr>
          </a:p>
          <a:p>
            <a:pPr marL="914400" indent="-914400" algn="ctr">
              <a:buAutoNum type="alphaUcPeriod" startAt="2"/>
            </a:pPr>
            <a:r>
              <a:rPr lang="en-US" sz="4800" dirty="0">
                <a:solidFill>
                  <a:srgbClr val="FFFF00"/>
                </a:solidFill>
              </a:rPr>
              <a:t>Savior, Christ, the Lord</a:t>
            </a:r>
          </a:p>
          <a:p>
            <a:pPr algn="ctr"/>
            <a:r>
              <a:rPr lang="en-US" sz="4800" dirty="0"/>
              <a:t>Luke 2:11</a:t>
            </a:r>
            <a:endParaRPr lang="en-US" sz="48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483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 fontScale="55000" lnSpcReduction="20000"/>
          </a:bodyPr>
          <a:lstStyle/>
          <a:p>
            <a:endParaRPr lang="en-US" dirty="0"/>
          </a:p>
          <a:p>
            <a:endParaRPr lang="en-US" dirty="0"/>
          </a:p>
          <a:p>
            <a:pPr algn="ctr"/>
            <a:r>
              <a:rPr lang="en-US" sz="8700" b="1" dirty="0"/>
              <a:t>Which prophet foretold the Messiah would be born in Bethlehem?</a:t>
            </a:r>
          </a:p>
          <a:p>
            <a:pPr algn="l"/>
            <a:r>
              <a:rPr lang="en-US" sz="6000" b="1" dirty="0">
                <a:solidFill>
                  <a:schemeClr val="bg1"/>
                </a:solidFill>
              </a:rPr>
              <a:t>YOUR OPTIONS ARE:</a:t>
            </a:r>
          </a:p>
          <a:p>
            <a:pPr algn="l"/>
            <a:r>
              <a:rPr lang="en-US" sz="7000" dirty="0">
                <a:solidFill>
                  <a:srgbClr val="FFFF00"/>
                </a:solidFill>
              </a:rPr>
              <a:t>A.     Isaiah</a:t>
            </a:r>
            <a:br>
              <a:rPr lang="en-US" sz="7000" dirty="0">
                <a:solidFill>
                  <a:srgbClr val="FFFF00"/>
                </a:solidFill>
              </a:rPr>
            </a:br>
            <a:r>
              <a:rPr lang="en-US" sz="7000" dirty="0">
                <a:solidFill>
                  <a:srgbClr val="FFFF00"/>
                </a:solidFill>
              </a:rPr>
              <a:t>B.     Jeremiah</a:t>
            </a:r>
            <a:br>
              <a:rPr lang="en-US" sz="7000" dirty="0">
                <a:solidFill>
                  <a:srgbClr val="FFFF00"/>
                </a:solidFill>
              </a:rPr>
            </a:br>
            <a:r>
              <a:rPr lang="en-US" sz="7000" dirty="0">
                <a:solidFill>
                  <a:srgbClr val="FFFF00"/>
                </a:solidFill>
              </a:rPr>
              <a:t>C.     Micah</a:t>
            </a:r>
            <a:br>
              <a:rPr lang="en-US" sz="7000" dirty="0">
                <a:solidFill>
                  <a:srgbClr val="FFFF00"/>
                </a:solidFill>
              </a:rPr>
            </a:br>
            <a:r>
              <a:rPr lang="en-US" sz="7000" dirty="0">
                <a:solidFill>
                  <a:srgbClr val="FFFF00"/>
                </a:solidFill>
              </a:rPr>
              <a:t>D.    Daniel</a:t>
            </a:r>
          </a:p>
          <a:p>
            <a:pPr algn="ctr"/>
            <a:br>
              <a:rPr lang="en-US" sz="60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4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-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algn="l"/>
            <a:r>
              <a:rPr lang="en-US" sz="4800" b="1" dirty="0"/>
              <a:t>Answer:</a:t>
            </a:r>
            <a:endParaRPr lang="en-US" sz="4800" dirty="0">
              <a:solidFill>
                <a:srgbClr val="FFFF00"/>
              </a:solidFill>
            </a:endParaRPr>
          </a:p>
          <a:p>
            <a:pPr algn="l"/>
            <a:r>
              <a:rPr lang="en-US" sz="4800" dirty="0">
                <a:solidFill>
                  <a:srgbClr val="FFFF00"/>
                </a:solidFill>
              </a:rPr>
              <a:t>C. Micah</a:t>
            </a:r>
          </a:p>
        </p:txBody>
      </p:sp>
    </p:spTree>
    <p:extLst>
      <p:ext uri="{BB962C8B-B14F-4D97-AF65-F5344CB8AC3E}">
        <p14:creationId xmlns:p14="http://schemas.microsoft.com/office/powerpoint/2010/main" val="168833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3*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1201533"/>
            <a:ext cx="11814629" cy="5453267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rgbClr val="FFFF00"/>
              </a:solidFill>
            </a:endParaRPr>
          </a:p>
          <a:p>
            <a:pPr algn="l"/>
            <a:r>
              <a:rPr lang="en-US" sz="4800" b="1" dirty="0"/>
              <a:t>Which Old Testament event is similar to Herod killing the children?</a:t>
            </a:r>
          </a:p>
          <a:p>
            <a:pPr algn="l"/>
            <a:r>
              <a:rPr lang="en-US" sz="4000" b="1" dirty="0">
                <a:solidFill>
                  <a:schemeClr val="bg1"/>
                </a:solidFill>
              </a:rPr>
              <a:t>YOUR OPTIONS ARE: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</a:rPr>
              <a:t>A.   David fighting Goliath</a:t>
            </a:r>
            <a:br>
              <a:rPr lang="en-US" sz="4000" dirty="0">
                <a:solidFill>
                  <a:srgbClr val="FFFF00"/>
                </a:solidFill>
              </a:rPr>
            </a:br>
            <a:r>
              <a:rPr lang="en-US" sz="4000" dirty="0">
                <a:solidFill>
                  <a:srgbClr val="FFFF00"/>
                </a:solidFill>
              </a:rPr>
              <a:t>B.    Jonah fleeing Nineveh</a:t>
            </a:r>
            <a:br>
              <a:rPr lang="en-US" sz="4000" dirty="0">
                <a:solidFill>
                  <a:srgbClr val="FFFF00"/>
                </a:solidFill>
              </a:rPr>
            </a:br>
            <a:r>
              <a:rPr lang="en-US" sz="4000" dirty="0">
                <a:solidFill>
                  <a:srgbClr val="FFFF00"/>
                </a:solidFill>
              </a:rPr>
              <a:t>C.   Pharaoh killing Hebrew babies</a:t>
            </a:r>
            <a:br>
              <a:rPr lang="en-US" sz="4000" dirty="0">
                <a:solidFill>
                  <a:srgbClr val="FFFF00"/>
                </a:solidFill>
              </a:rPr>
            </a:br>
            <a:r>
              <a:rPr lang="en-US" sz="4000" dirty="0">
                <a:solidFill>
                  <a:srgbClr val="FFFF00"/>
                </a:solidFill>
              </a:rPr>
              <a:t>D.   Elijah calling down fire</a:t>
            </a:r>
          </a:p>
          <a:p>
            <a:pPr algn="l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8872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– </a:t>
            </a:r>
            <a:r>
              <a:rPr lang="en-US" dirty="0">
                <a:solidFill>
                  <a:srgbClr val="FF0000"/>
                </a:solidFill>
              </a:rPr>
              <a:t>3*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4000" b="1" dirty="0">
              <a:solidFill>
                <a:srgbClr val="00B050"/>
              </a:solidFill>
            </a:endParaRPr>
          </a:p>
          <a:p>
            <a:pPr algn="l"/>
            <a:r>
              <a:rPr lang="en-US" sz="4000" b="1" dirty="0"/>
              <a:t>Answer: </a:t>
            </a:r>
          </a:p>
          <a:p>
            <a:pPr algn="l"/>
            <a:r>
              <a:rPr lang="en-US" sz="4800" dirty="0">
                <a:solidFill>
                  <a:srgbClr val="FFFF00"/>
                </a:solidFill>
              </a:rPr>
              <a:t>C. Pharaoh killing Hebrew babies</a:t>
            </a:r>
            <a:br>
              <a:rPr lang="en-US" sz="4000" b="1" dirty="0"/>
            </a:br>
            <a:r>
              <a:rPr lang="en-US" sz="4000" b="1" dirty="0"/>
              <a:t>Exodus 1:22; Matthew 2:16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71873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Question No. </a:t>
            </a:r>
            <a:r>
              <a:rPr lang="en-US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170" y="1198375"/>
            <a:ext cx="11719655" cy="545326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4800" b="1" dirty="0"/>
              <a:t>Which prophecy connects the Messiah’s birth in Bethlehem with His existence before time?</a:t>
            </a:r>
          </a:p>
          <a:p>
            <a:pPr algn="l"/>
            <a:r>
              <a:rPr lang="en-US" sz="4800" b="1" dirty="0">
                <a:solidFill>
                  <a:schemeClr val="bg1"/>
                </a:solidFill>
              </a:rPr>
              <a:t>YOUR OPTIONS ARE:  </a:t>
            </a:r>
          </a:p>
          <a:p>
            <a:pPr algn="l"/>
            <a:r>
              <a:rPr lang="en-US" sz="4800" dirty="0">
                <a:solidFill>
                  <a:srgbClr val="FFFF00"/>
                </a:solidFill>
              </a:rPr>
              <a:t>A. 	Isaiah 9:6</a:t>
            </a:r>
            <a:br>
              <a:rPr lang="en-US" sz="4800" dirty="0">
                <a:solidFill>
                  <a:srgbClr val="FFFF00"/>
                </a:solidFill>
              </a:rPr>
            </a:br>
            <a:r>
              <a:rPr lang="en-US" sz="4800" dirty="0">
                <a:solidFill>
                  <a:srgbClr val="FFFF00"/>
                </a:solidFill>
              </a:rPr>
              <a:t>B. 	Micah 5:2</a:t>
            </a:r>
            <a:br>
              <a:rPr lang="en-US" sz="4800" dirty="0">
                <a:solidFill>
                  <a:srgbClr val="FFFF00"/>
                </a:solidFill>
              </a:rPr>
            </a:br>
            <a:r>
              <a:rPr lang="en-US" sz="4800" dirty="0">
                <a:solidFill>
                  <a:srgbClr val="FFFF00"/>
                </a:solidFill>
              </a:rPr>
              <a:t>C. 	Daniel 7:13</a:t>
            </a:r>
            <a:br>
              <a:rPr lang="en-US" sz="4800" dirty="0">
                <a:solidFill>
                  <a:srgbClr val="FFFF00"/>
                </a:solidFill>
              </a:rPr>
            </a:br>
            <a:r>
              <a:rPr lang="en-US" sz="4800" dirty="0">
                <a:solidFill>
                  <a:srgbClr val="FFFF00"/>
                </a:solidFill>
              </a:rPr>
              <a:t>D. 	Psalm 110:1</a:t>
            </a:r>
          </a:p>
        </p:txBody>
      </p:sp>
    </p:spTree>
    <p:extLst>
      <p:ext uri="{BB962C8B-B14F-4D97-AF65-F5344CB8AC3E}">
        <p14:creationId xmlns:p14="http://schemas.microsoft.com/office/powerpoint/2010/main" val="98022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- </a:t>
            </a:r>
            <a:r>
              <a:rPr lang="en-US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ctr"/>
            <a:endParaRPr lang="en-US" sz="4800" dirty="0"/>
          </a:p>
          <a:p>
            <a:pPr algn="ctr"/>
            <a:r>
              <a:rPr lang="en-US" sz="4800" b="1" dirty="0"/>
              <a:t>Answer:</a:t>
            </a:r>
            <a:r>
              <a:rPr lang="en-US" sz="4800" dirty="0"/>
              <a:t>    </a:t>
            </a:r>
            <a:r>
              <a:rPr lang="en-US" sz="4800" dirty="0">
                <a:solidFill>
                  <a:srgbClr val="FFFF00"/>
                </a:solidFill>
              </a:rPr>
              <a:t>B. 	Micah 5:2</a:t>
            </a:r>
            <a:br>
              <a:rPr lang="en-US" sz="4800" dirty="0"/>
            </a:br>
            <a:r>
              <a:rPr lang="en-US" sz="4800" dirty="0"/>
              <a:t> </a:t>
            </a:r>
            <a:r>
              <a:rPr lang="en-US" sz="4800" b="1" dirty="0"/>
              <a:t>Micah 5:2</a:t>
            </a:r>
            <a:endParaRPr lang="en-US" sz="4800" dirty="0"/>
          </a:p>
          <a:p>
            <a:pPr algn="ctr"/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456990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</a:t>
            </a:r>
            <a:r>
              <a:rPr lang="en-US" b="1" dirty="0">
                <a:solidFill>
                  <a:srgbClr val="FF0000"/>
                </a:solidFill>
              </a:rPr>
              <a:t>No. 5*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What detail in Matthew 2 clearly shows Jesus was no longer a newborn when the wise men arrived?</a:t>
            </a:r>
          </a:p>
          <a:p>
            <a:pPr algn="l"/>
            <a:r>
              <a:rPr lang="en-US" sz="4000" b="1" dirty="0">
                <a:solidFill>
                  <a:schemeClr val="bg1"/>
                </a:solidFill>
              </a:rPr>
              <a:t>YOUR OPTIONS ARE: 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</a:rPr>
              <a:t>A. The star stopped moving</a:t>
            </a:r>
            <a:br>
              <a:rPr lang="en-US" sz="3600" dirty="0">
                <a:solidFill>
                  <a:srgbClr val="FFFF00"/>
                </a:solidFill>
              </a:rPr>
            </a:br>
            <a:r>
              <a:rPr lang="en-US" sz="3600" dirty="0">
                <a:solidFill>
                  <a:srgbClr val="FFFF00"/>
                </a:solidFill>
              </a:rPr>
              <a:t>B. Mary offered sacrifices</a:t>
            </a:r>
            <a:br>
              <a:rPr lang="en-US" sz="3600" dirty="0">
                <a:solidFill>
                  <a:srgbClr val="FFFF00"/>
                </a:solidFill>
              </a:rPr>
            </a:br>
            <a:r>
              <a:rPr lang="en-US" sz="3600" dirty="0">
                <a:solidFill>
                  <a:srgbClr val="FFFF00"/>
                </a:solidFill>
              </a:rPr>
              <a:t>C. Jesus was found in a house</a:t>
            </a:r>
            <a:br>
              <a:rPr lang="en-US" sz="3600" dirty="0">
                <a:solidFill>
                  <a:srgbClr val="FFFF00"/>
                </a:solidFill>
              </a:rPr>
            </a:br>
            <a:r>
              <a:rPr lang="en-US" sz="3600" dirty="0">
                <a:solidFill>
                  <a:srgbClr val="FFFF00"/>
                </a:solidFill>
              </a:rPr>
              <a:t>D. Angels appeared again</a:t>
            </a:r>
          </a:p>
          <a:p>
            <a:pPr algn="l"/>
            <a:endParaRPr 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95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</a:t>
            </a:r>
            <a:r>
              <a:rPr lang="en-US" b="1" dirty="0">
                <a:solidFill>
                  <a:srgbClr val="FF0000"/>
                </a:solidFill>
              </a:rPr>
              <a:t>– 5*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ctr"/>
            <a:endParaRPr lang="en-US" sz="6000" dirty="0"/>
          </a:p>
          <a:p>
            <a:pPr algn="ctr"/>
            <a:r>
              <a:rPr lang="en-US" sz="6000" dirty="0"/>
              <a:t> </a:t>
            </a:r>
            <a:r>
              <a:rPr lang="en-US" sz="6000" b="1" dirty="0"/>
              <a:t>Answer:</a:t>
            </a:r>
            <a:r>
              <a:rPr lang="en-US" sz="6000" dirty="0"/>
              <a:t> </a:t>
            </a:r>
          </a:p>
          <a:p>
            <a:pPr algn="ctr"/>
            <a:r>
              <a:rPr lang="en-US" sz="6000" dirty="0">
                <a:solidFill>
                  <a:srgbClr val="FFFF00"/>
                </a:solidFill>
              </a:rPr>
              <a:t>C. Jesus was found in a house</a:t>
            </a:r>
            <a:br>
              <a:rPr lang="en-US" sz="6000" dirty="0"/>
            </a:br>
            <a:r>
              <a:rPr lang="en-US" sz="6000" b="1" dirty="0"/>
              <a:t>Matthew 2:11</a:t>
            </a:r>
            <a:endParaRPr lang="en-US" sz="6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00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dirty="0">
                <a:solidFill>
                  <a:srgbClr val="FF0000"/>
                </a:solidFill>
              </a:rPr>
              <a:t>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6000" b="1" dirty="0"/>
              <a:t>Who plotted to kill </a:t>
            </a:r>
          </a:p>
          <a:p>
            <a:pPr algn="ctr"/>
            <a:r>
              <a:rPr lang="en-US" sz="6000" b="1" dirty="0"/>
              <a:t>the baby Jesus?</a:t>
            </a:r>
          </a:p>
          <a:p>
            <a:pPr algn="l"/>
            <a:r>
              <a:rPr lang="en-US" sz="4400" b="1" dirty="0">
                <a:solidFill>
                  <a:schemeClr val="bg1"/>
                </a:solidFill>
              </a:rPr>
              <a:t>YOUR OPTIONS ARE:</a:t>
            </a:r>
          </a:p>
          <a:p>
            <a:pPr marL="742950" lvl="0" indent="-742950" algn="l"/>
            <a:r>
              <a:rPr lang="en-US" sz="3600" b="1" dirty="0">
                <a:solidFill>
                  <a:schemeClr val="bg1"/>
                </a:solidFill>
              </a:rPr>
              <a:t>a.  </a:t>
            </a:r>
            <a:r>
              <a:rPr lang="en-US" sz="3600" b="1" dirty="0">
                <a:solidFill>
                  <a:srgbClr val="FFFF00"/>
                </a:solidFill>
              </a:rPr>
              <a:t>Barak Obama</a:t>
            </a:r>
          </a:p>
          <a:p>
            <a:pPr marL="742950" lvl="0" indent="-742950" algn="l"/>
            <a:r>
              <a:rPr lang="en-US" sz="3600" b="1" dirty="0">
                <a:solidFill>
                  <a:schemeClr val="bg1"/>
                </a:solidFill>
              </a:rPr>
              <a:t>b.  </a:t>
            </a:r>
            <a:r>
              <a:rPr lang="en-US" sz="3600" b="1" dirty="0">
                <a:solidFill>
                  <a:srgbClr val="FFFF00"/>
                </a:solidFill>
              </a:rPr>
              <a:t>King Herod </a:t>
            </a:r>
          </a:p>
          <a:p>
            <a:pPr marL="742950" lvl="0" indent="-742950" algn="l"/>
            <a:r>
              <a:rPr lang="en-US" sz="3600" b="1" dirty="0">
                <a:solidFill>
                  <a:schemeClr val="bg1"/>
                </a:solidFill>
              </a:rPr>
              <a:t>c.  </a:t>
            </a:r>
            <a:r>
              <a:rPr lang="en-US" sz="3600" b="1" dirty="0">
                <a:solidFill>
                  <a:srgbClr val="FFFF00"/>
                </a:solidFill>
              </a:rPr>
              <a:t>Bill Clinton </a:t>
            </a:r>
          </a:p>
          <a:p>
            <a:pPr marL="742950" indent="-742950" algn="l"/>
            <a:r>
              <a:rPr lang="en-US" sz="3600" b="1" dirty="0">
                <a:solidFill>
                  <a:schemeClr val="bg1"/>
                </a:solidFill>
              </a:rPr>
              <a:t>d.  </a:t>
            </a:r>
            <a:r>
              <a:rPr lang="en-US" sz="3600" b="1" dirty="0">
                <a:solidFill>
                  <a:srgbClr val="FFFF00"/>
                </a:solidFill>
              </a:rPr>
              <a:t>George Bush </a:t>
            </a:r>
            <a:endParaRPr lang="en-US" sz="4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46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- </a:t>
            </a:r>
            <a:r>
              <a:rPr lang="en-US" b="1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ctr"/>
            <a:endParaRPr lang="en-US" sz="5400" b="1" u="sng" dirty="0">
              <a:hlinkClick r:id="rId2"/>
            </a:endParaRPr>
          </a:p>
          <a:p>
            <a:pPr algn="l"/>
            <a:r>
              <a:rPr lang="en-US" sz="5400" b="1" dirty="0"/>
              <a:t>Answer </a:t>
            </a:r>
            <a:r>
              <a:rPr lang="en-US" sz="5400" b="1" dirty="0">
                <a:solidFill>
                  <a:srgbClr val="FFFF00"/>
                </a:solidFill>
              </a:rPr>
              <a:t>b.  King </a:t>
            </a:r>
            <a:r>
              <a:rPr lang="en-US" sz="5400" b="1">
                <a:solidFill>
                  <a:srgbClr val="FFFF00"/>
                </a:solidFill>
              </a:rPr>
              <a:t>Herod </a:t>
            </a:r>
            <a:endParaRPr lang="en-US" sz="5400" b="1" u="sng" dirty="0">
              <a:solidFill>
                <a:srgbClr val="00B050"/>
              </a:solidFill>
              <a:hlinkClick r:id="rId2"/>
            </a:endParaRPr>
          </a:p>
          <a:p>
            <a:pPr algn="ctr"/>
            <a:r>
              <a:rPr lang="en-US" sz="5400" b="1" u="sng" dirty="0">
                <a:solidFill>
                  <a:srgbClr val="00B050"/>
                </a:solidFill>
                <a:hlinkClick r:id="rId2"/>
              </a:rPr>
              <a:t>Herod</a:t>
            </a:r>
            <a:r>
              <a:rPr lang="en-US" sz="5400" b="1" dirty="0">
                <a:solidFill>
                  <a:srgbClr val="00B050"/>
                </a:solidFill>
              </a:rPr>
              <a:t> </a:t>
            </a:r>
            <a:r>
              <a:rPr lang="en-US" sz="5400" b="1" dirty="0">
                <a:solidFill>
                  <a:schemeClr val="bg1"/>
                </a:solidFill>
              </a:rPr>
              <a:t>secretly plotted to destroy the child</a:t>
            </a:r>
            <a:r>
              <a:rPr lang="en-US" sz="5400" b="1" dirty="0">
                <a:solidFill>
                  <a:srgbClr val="00B050"/>
                </a:solidFill>
              </a:rPr>
              <a:t> </a:t>
            </a:r>
            <a:r>
              <a:rPr lang="en-US" sz="5400" b="1" dirty="0">
                <a:solidFill>
                  <a:srgbClr val="FFFF00"/>
                </a:solidFill>
              </a:rPr>
              <a:t>(Matthew 2: 12-16).</a:t>
            </a:r>
          </a:p>
          <a:p>
            <a:pPr algn="ctr"/>
            <a:endParaRPr lang="en-US" sz="16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00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  <a:p>
            <a:pPr algn="ctr"/>
            <a:endParaRPr lang="en-US" sz="4400" b="1" dirty="0"/>
          </a:p>
          <a:p>
            <a:pPr algn="ctr"/>
            <a:r>
              <a:rPr lang="en-US" sz="4400" b="1" dirty="0"/>
              <a:t>What was the name of the priest who doubted the angel about John the Baptist’s birth? </a:t>
            </a:r>
          </a:p>
        </p:txBody>
      </p:sp>
    </p:spTree>
    <p:extLst>
      <p:ext uri="{BB962C8B-B14F-4D97-AF65-F5344CB8AC3E}">
        <p14:creationId xmlns:p14="http://schemas.microsoft.com/office/powerpoint/2010/main" val="206590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- </a:t>
            </a:r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4400" b="1" dirty="0"/>
          </a:p>
          <a:p>
            <a:pPr algn="l"/>
            <a:r>
              <a:rPr lang="en-US" sz="4400" b="1" dirty="0"/>
              <a:t>Answer:</a:t>
            </a:r>
            <a:r>
              <a:rPr lang="en-US" sz="4400" dirty="0"/>
              <a:t> </a:t>
            </a:r>
            <a:r>
              <a:rPr lang="en-US" sz="4400" dirty="0">
                <a:solidFill>
                  <a:srgbClr val="FFFF00"/>
                </a:solidFill>
              </a:rPr>
              <a:t>Zacharias</a:t>
            </a:r>
          </a:p>
          <a:p>
            <a:pPr algn="l"/>
            <a:r>
              <a:rPr lang="en-US" sz="3600" dirty="0"/>
              <a:t>Luke 1:18-20</a:t>
            </a:r>
          </a:p>
          <a:p>
            <a:pPr algn="l"/>
            <a:r>
              <a:rPr lang="en-US" sz="3600" dirty="0"/>
              <a:t>“Whereby shall I know this? for I am an old man…”</a:t>
            </a:r>
          </a:p>
        </p:txBody>
      </p:sp>
    </p:spTree>
    <p:extLst>
      <p:ext uri="{BB962C8B-B14F-4D97-AF65-F5344CB8AC3E}">
        <p14:creationId xmlns:p14="http://schemas.microsoft.com/office/powerpoint/2010/main" val="2064083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dirty="0">
                <a:solidFill>
                  <a:srgbClr val="FF0000"/>
                </a:solidFill>
              </a:rPr>
              <a:t>8*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 fontScale="70000" lnSpcReduction="20000"/>
          </a:bodyPr>
          <a:lstStyle/>
          <a:p>
            <a:pPr algn="ctr"/>
            <a:endParaRPr lang="en-US" sz="6900" b="1" dirty="0"/>
          </a:p>
          <a:p>
            <a:pPr algn="l"/>
            <a:r>
              <a:rPr lang="en-US" sz="6900" dirty="0"/>
              <a:t>Which Old Testament prophecy is fulfilled when Jesus’ family fled to Egypt?</a:t>
            </a:r>
            <a:endParaRPr lang="en-US" sz="6900" b="1" dirty="0">
              <a:solidFill>
                <a:schemeClr val="bg1"/>
              </a:solidFill>
            </a:endParaRPr>
          </a:p>
          <a:p>
            <a:pPr algn="l"/>
            <a:r>
              <a:rPr lang="en-US" sz="5700" b="1" dirty="0">
                <a:solidFill>
                  <a:schemeClr val="bg1"/>
                </a:solidFill>
              </a:rPr>
              <a:t>YOUR OPTIONS ARE:</a:t>
            </a:r>
          </a:p>
          <a:p>
            <a:pPr marL="742950" indent="-742950" algn="l"/>
            <a:r>
              <a:rPr lang="en-US" sz="6400" b="1" dirty="0">
                <a:solidFill>
                  <a:srgbClr val="FFFF00"/>
                </a:solidFill>
              </a:rPr>
              <a:t>a.  Micha</a:t>
            </a:r>
          </a:p>
          <a:p>
            <a:pPr marL="742950" indent="-742950" algn="l"/>
            <a:r>
              <a:rPr lang="en-US" sz="6400" b="1" dirty="0">
                <a:solidFill>
                  <a:srgbClr val="FFFF00"/>
                </a:solidFill>
              </a:rPr>
              <a:t>b. </a:t>
            </a:r>
            <a:r>
              <a:rPr lang="en-US" sz="6600" b="1" dirty="0">
                <a:solidFill>
                  <a:srgbClr val="FFFF00"/>
                </a:solidFill>
              </a:rPr>
              <a:t>Hosea </a:t>
            </a:r>
          </a:p>
          <a:p>
            <a:pPr marL="742950" indent="-742950" algn="l"/>
            <a:r>
              <a:rPr lang="en-US" sz="6400" b="1" dirty="0">
                <a:solidFill>
                  <a:srgbClr val="FFFF00"/>
                </a:solidFill>
              </a:rPr>
              <a:t>c.  Isaiah</a:t>
            </a:r>
          </a:p>
          <a:p>
            <a:pPr marL="742950" indent="-742950" algn="l"/>
            <a:r>
              <a:rPr lang="en-US" sz="6400" b="1" dirty="0">
                <a:solidFill>
                  <a:srgbClr val="FFFF00"/>
                </a:solidFill>
              </a:rPr>
              <a:t>d.  Jeremiah</a:t>
            </a: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87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</a:t>
            </a:r>
            <a:r>
              <a:rPr lang="en-US" b="1" dirty="0">
                <a:solidFill>
                  <a:srgbClr val="FF0000"/>
                </a:solidFill>
              </a:rPr>
              <a:t>– 8*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3600" b="1" dirty="0"/>
          </a:p>
          <a:p>
            <a:pPr algn="l"/>
            <a:r>
              <a:rPr lang="en-US" sz="4400" b="1" dirty="0"/>
              <a:t>Answer:</a:t>
            </a:r>
            <a:r>
              <a:rPr lang="en-US" sz="4400" dirty="0"/>
              <a:t> </a:t>
            </a:r>
            <a:r>
              <a:rPr lang="en-US" sz="4400" b="1" dirty="0">
                <a:solidFill>
                  <a:srgbClr val="FFFF00"/>
                </a:solidFill>
              </a:rPr>
              <a:t>b. </a:t>
            </a:r>
            <a:r>
              <a:rPr lang="en-US" sz="4400" dirty="0">
                <a:solidFill>
                  <a:srgbClr val="FFFF00"/>
                </a:solidFill>
              </a:rPr>
              <a:t>Hosea (Hosea 11:1)</a:t>
            </a:r>
          </a:p>
          <a:p>
            <a:pPr algn="l"/>
            <a:endParaRPr lang="en-US" sz="3600" dirty="0"/>
          </a:p>
          <a:p>
            <a:pPr algn="l"/>
            <a:r>
              <a:rPr lang="en-US" sz="3600" dirty="0"/>
              <a:t>“Out of Egypt have I called my son.” (Matthew 2:14–15)</a:t>
            </a:r>
          </a:p>
        </p:txBody>
      </p:sp>
    </p:spTree>
    <p:extLst>
      <p:ext uri="{BB962C8B-B14F-4D97-AF65-F5344CB8AC3E}">
        <p14:creationId xmlns:p14="http://schemas.microsoft.com/office/powerpoint/2010/main" val="4231013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dirty="0">
                <a:solidFill>
                  <a:srgbClr val="FF0000"/>
                </a:solidFill>
              </a:rPr>
              <a:t>9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/>
              <a:t>Who recognized Jesus as the Messiah in the temple..?</a:t>
            </a:r>
          </a:p>
          <a:p>
            <a:pPr algn="l"/>
            <a:r>
              <a:rPr lang="en-US" sz="3600" b="1" dirty="0">
                <a:solidFill>
                  <a:schemeClr val="bg1"/>
                </a:solidFill>
              </a:rPr>
              <a:t>YOUR OPTIONS ARE:</a:t>
            </a:r>
          </a:p>
          <a:p>
            <a:pPr marL="742950" indent="-742950" algn="l"/>
            <a:r>
              <a:rPr lang="en-US" sz="3600" b="1" dirty="0">
                <a:solidFill>
                  <a:srgbClr val="FFFF00"/>
                </a:solidFill>
              </a:rPr>
              <a:t>a.  John</a:t>
            </a:r>
          </a:p>
          <a:p>
            <a:pPr marL="742950" indent="-742950" algn="l"/>
            <a:r>
              <a:rPr lang="en-US" sz="3600" b="1" dirty="0">
                <a:solidFill>
                  <a:srgbClr val="FFFF00"/>
                </a:solidFill>
              </a:rPr>
              <a:t>b.  Luke </a:t>
            </a:r>
          </a:p>
          <a:p>
            <a:pPr marL="742950" indent="-742950" algn="l"/>
            <a:r>
              <a:rPr lang="en-US" sz="3600" b="1" dirty="0">
                <a:solidFill>
                  <a:srgbClr val="FFFF00"/>
                </a:solidFill>
              </a:rPr>
              <a:t>c.   Simon</a:t>
            </a:r>
          </a:p>
          <a:p>
            <a:pPr marL="742950" indent="-742950" algn="l"/>
            <a:r>
              <a:rPr lang="en-US" sz="3600" b="1" dirty="0">
                <a:solidFill>
                  <a:srgbClr val="FFFF00"/>
                </a:solidFill>
              </a:rPr>
              <a:t>d.  Mathew</a:t>
            </a:r>
          </a:p>
          <a:p>
            <a:pPr algn="l"/>
            <a:endParaRPr lang="en-US" sz="10800" b="1" dirty="0">
              <a:solidFill>
                <a:srgbClr val="00B050"/>
              </a:solidFill>
            </a:endParaRPr>
          </a:p>
          <a:p>
            <a:pPr algn="l"/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565876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- </a:t>
            </a:r>
            <a:r>
              <a:rPr lang="en-US" dirty="0">
                <a:solidFill>
                  <a:srgbClr val="FF0000"/>
                </a:solidFill>
              </a:rPr>
              <a:t>9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r>
              <a:rPr lang="en-US" sz="9600" b="1" dirty="0"/>
              <a:t>Answer:</a:t>
            </a:r>
            <a:endParaRPr lang="en-US" sz="9600" b="1" dirty="0">
              <a:solidFill>
                <a:srgbClr val="FFFF00"/>
              </a:solidFill>
            </a:endParaRPr>
          </a:p>
          <a:p>
            <a:pPr algn="l"/>
            <a:r>
              <a:rPr lang="en-US" sz="9600" b="1" dirty="0">
                <a:solidFill>
                  <a:srgbClr val="FFFF00"/>
                </a:solidFill>
              </a:rPr>
              <a:t>c.   Simon</a:t>
            </a:r>
          </a:p>
          <a:p>
            <a:pPr algn="l"/>
            <a:endParaRPr lang="en-US" sz="96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183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10*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l"/>
            <a:endParaRPr lang="en-US" sz="5400" dirty="0"/>
          </a:p>
          <a:p>
            <a:pPr algn="l"/>
            <a:r>
              <a:rPr lang="en-US" sz="5400" b="1" dirty="0"/>
              <a:t>Which woman prophetess spoke about Jesus to all who were looking for redemption?</a:t>
            </a:r>
          </a:p>
          <a:p>
            <a:pPr algn="l"/>
            <a:endParaRPr lang="en-US" sz="8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987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– </a:t>
            </a:r>
            <a:r>
              <a:rPr lang="en-US" b="1" dirty="0">
                <a:solidFill>
                  <a:srgbClr val="FF0000"/>
                </a:solidFill>
              </a:rPr>
              <a:t>10*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br>
              <a:rPr lang="en-US" sz="4800" b="1" dirty="0"/>
            </a:br>
            <a:r>
              <a:rPr lang="en-US" sz="4400" b="1" dirty="0"/>
              <a:t>Answer:</a:t>
            </a:r>
            <a:r>
              <a:rPr lang="en-US" sz="4400" dirty="0"/>
              <a:t> </a:t>
            </a:r>
            <a:r>
              <a:rPr lang="en-US" sz="4400" dirty="0">
                <a:solidFill>
                  <a:srgbClr val="FFFF00"/>
                </a:solidFill>
              </a:rPr>
              <a:t>Anna</a:t>
            </a:r>
          </a:p>
          <a:p>
            <a:pPr algn="l"/>
            <a:endParaRPr lang="en-US" sz="4400" dirty="0">
              <a:solidFill>
                <a:srgbClr val="FFFF00"/>
              </a:solidFill>
            </a:endParaRPr>
          </a:p>
          <a:p>
            <a:pPr algn="l"/>
            <a:r>
              <a:rPr lang="en-US" sz="4400" dirty="0"/>
              <a:t>Luke 2:36–38:  “And she spoke of him to all them that looked for redemption in Jerusalem.”</a:t>
            </a:r>
          </a:p>
          <a:p>
            <a:pPr algn="l"/>
            <a:endParaRPr lang="en-US" sz="9600" b="1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022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l"/>
            <a:endParaRPr lang="en-US" sz="4600" b="1" dirty="0">
              <a:solidFill>
                <a:srgbClr val="FFFF00"/>
              </a:solidFill>
            </a:endParaRPr>
          </a:p>
          <a:p>
            <a:pPr algn="l"/>
            <a:endParaRPr lang="en-US" sz="4600" b="1" dirty="0">
              <a:solidFill>
                <a:srgbClr val="FFFF00"/>
              </a:solidFill>
            </a:endParaRPr>
          </a:p>
          <a:p>
            <a:pPr algn="l"/>
            <a:r>
              <a:rPr lang="en-US" sz="4800" b="1" dirty="0"/>
              <a:t>What city did Joseph originally live in before traveling to Bethlehem?</a:t>
            </a:r>
            <a:endParaRPr lang="en-US" sz="4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98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– </a:t>
            </a:r>
            <a:r>
              <a:rPr lang="en-US" b="1" dirty="0">
                <a:solidFill>
                  <a:srgbClr val="FF0000"/>
                </a:solidFill>
              </a:rPr>
              <a:t>11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4800" b="1" dirty="0"/>
          </a:p>
          <a:p>
            <a:pPr algn="l"/>
            <a:r>
              <a:rPr lang="en-US" sz="4800" b="1" dirty="0"/>
              <a:t>Answer: </a:t>
            </a:r>
            <a:r>
              <a:rPr lang="en-US" sz="4800" b="1" dirty="0">
                <a:solidFill>
                  <a:srgbClr val="FFFF00"/>
                </a:solidFill>
              </a:rPr>
              <a:t>Nazareth</a:t>
            </a:r>
          </a:p>
          <a:p>
            <a:pPr algn="l"/>
            <a:endParaRPr lang="en-US" sz="4800" b="1" dirty="0"/>
          </a:p>
          <a:p>
            <a:pPr algn="l"/>
            <a:r>
              <a:rPr lang="en-US" sz="4800" b="1" dirty="0"/>
              <a:t>Luke 2:4</a:t>
            </a:r>
          </a:p>
          <a:p>
            <a:endParaRPr lang="en-US" sz="5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022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  <a:p>
            <a:endParaRPr lang="en-US" sz="4400" b="1" dirty="0">
              <a:solidFill>
                <a:srgbClr val="0070C0"/>
              </a:solidFill>
            </a:endParaRPr>
          </a:p>
          <a:p>
            <a:pPr algn="l"/>
            <a:br>
              <a:rPr lang="en-US" sz="4600" b="1" dirty="0">
                <a:solidFill>
                  <a:srgbClr val="FFFF00"/>
                </a:solidFill>
              </a:rPr>
            </a:br>
            <a:r>
              <a:rPr lang="en-US" sz="6000" dirty="0"/>
              <a:t>What does the name “Jesus” mean?</a:t>
            </a:r>
          </a:p>
          <a:p>
            <a:endParaRPr lang="en-US" sz="4600" b="1" dirty="0">
              <a:solidFill>
                <a:srgbClr val="FFFF00"/>
              </a:solidFill>
            </a:endParaRP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98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D221-3B7F-7C14-3F5F-841B1B2F9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67CCF-8531-C24B-26A8-DC7075632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B8DDB-093C-C179-E535-EAF224CD6A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  <a:p>
            <a:endParaRPr lang="en-US" sz="4400" b="1" dirty="0">
              <a:solidFill>
                <a:srgbClr val="0070C0"/>
              </a:solidFill>
            </a:endParaRPr>
          </a:p>
          <a:p>
            <a:pPr algn="l"/>
            <a:br>
              <a:rPr lang="en-US" sz="4600" b="1" dirty="0">
                <a:solidFill>
                  <a:srgbClr val="FFFF00"/>
                </a:solidFill>
              </a:rPr>
            </a:br>
            <a:r>
              <a:rPr lang="en-US" sz="6000" dirty="0"/>
              <a:t>What does the name “Jesus” mean?</a:t>
            </a:r>
          </a:p>
          <a:p>
            <a:endParaRPr lang="en-US" sz="4600" b="1" dirty="0">
              <a:solidFill>
                <a:srgbClr val="FFFF00"/>
              </a:solidFill>
            </a:endParaRP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208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71A10-811E-67D4-5AD8-6463C5E6E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DFBF-2779-CB56-5806-77ED29457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09DC63-CF1C-84DE-E93F-82619F63C3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  <a:p>
            <a:endParaRPr lang="en-US" sz="4400" b="1" dirty="0">
              <a:solidFill>
                <a:srgbClr val="0070C0"/>
              </a:solidFill>
            </a:endParaRPr>
          </a:p>
          <a:p>
            <a:pPr algn="l"/>
            <a:r>
              <a:rPr lang="en-US" sz="5400" b="1" dirty="0"/>
              <a:t>Which Gospel records Mary visiting Elizabeth?</a:t>
            </a:r>
          </a:p>
          <a:p>
            <a:endParaRPr lang="en-US" sz="4600" b="1" dirty="0">
              <a:solidFill>
                <a:srgbClr val="FFFF00"/>
              </a:solidFill>
            </a:endParaRP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3172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FEF1-CE13-4C94-8D4E-8936B19225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- </a:t>
            </a:r>
            <a:r>
              <a:rPr lang="en-US" b="1" dirty="0">
                <a:solidFill>
                  <a:srgbClr val="FF0000"/>
                </a:solidFill>
              </a:rPr>
              <a:t>13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C29AC-3EDC-447B-91D6-90B8BC63D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5400" b="1" dirty="0">
              <a:solidFill>
                <a:srgbClr val="FFFF00"/>
              </a:solidFill>
            </a:endParaRPr>
          </a:p>
          <a:p>
            <a:pPr algn="l"/>
            <a:endParaRPr lang="en-US" sz="5400" b="1" dirty="0"/>
          </a:p>
          <a:p>
            <a:pPr algn="l"/>
            <a:r>
              <a:rPr lang="en-US" sz="5400" b="1" dirty="0"/>
              <a:t>Answer</a:t>
            </a:r>
            <a:r>
              <a:rPr lang="en-US" sz="5400" b="1" dirty="0">
                <a:solidFill>
                  <a:srgbClr val="FFFF00"/>
                </a:solidFill>
              </a:rPr>
              <a:t>: Luke / 1:39-45</a:t>
            </a:r>
          </a:p>
        </p:txBody>
      </p:sp>
    </p:spTree>
    <p:extLst>
      <p:ext uri="{BB962C8B-B14F-4D97-AF65-F5344CB8AC3E}">
        <p14:creationId xmlns:p14="http://schemas.microsoft.com/office/powerpoint/2010/main" val="2831022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F60F3-8154-F7EA-093D-DF5FDCCC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6FB7-7AC3-40B6-8F58-089E47A0B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14*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71C2C-BE94-D8C3-D478-98E79F035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sz="5700" b="1" dirty="0"/>
              <a:t>What sacrifice did Mary and Joseph offer at the Temple?</a:t>
            </a:r>
          </a:p>
          <a:p>
            <a:pPr algn="l"/>
            <a:endParaRPr lang="en-US" sz="5700" b="1" dirty="0"/>
          </a:p>
          <a:p>
            <a:pPr algn="l"/>
            <a:r>
              <a:rPr lang="en-US" sz="5700" b="1" dirty="0">
                <a:solidFill>
                  <a:schemeClr val="bg1"/>
                </a:solidFill>
              </a:rPr>
              <a:t>Your options are:</a:t>
            </a:r>
          </a:p>
          <a:p>
            <a:pPr algn="l"/>
            <a:r>
              <a:rPr lang="en-US" sz="5700" b="1" dirty="0"/>
              <a:t>A. A lamb</a:t>
            </a:r>
            <a:br>
              <a:rPr lang="en-US" sz="5700" b="1" dirty="0"/>
            </a:br>
            <a:r>
              <a:rPr lang="en-US" sz="5700" b="1" dirty="0"/>
              <a:t>B. A calf</a:t>
            </a:r>
            <a:br>
              <a:rPr lang="en-US" sz="5700" b="1" dirty="0"/>
            </a:br>
            <a:r>
              <a:rPr lang="en-US" sz="5700" b="1" dirty="0"/>
              <a:t>C. Two doves or pigeons</a:t>
            </a:r>
            <a:br>
              <a:rPr lang="en-US" sz="5700" b="1" dirty="0"/>
            </a:br>
            <a:r>
              <a:rPr lang="en-US" sz="5700" b="1" dirty="0"/>
              <a:t>D. Frankincense</a:t>
            </a:r>
          </a:p>
          <a:p>
            <a:pPr algn="l"/>
            <a:br>
              <a:rPr lang="en-US" sz="4600" b="1" dirty="0">
                <a:solidFill>
                  <a:srgbClr val="FFFF00"/>
                </a:solidFill>
              </a:rPr>
            </a:br>
            <a:endParaRPr lang="en-US" sz="6000" dirty="0"/>
          </a:p>
          <a:p>
            <a:endParaRPr lang="en-US" sz="4600" b="1" dirty="0">
              <a:solidFill>
                <a:srgbClr val="FFFF00"/>
              </a:solidFill>
            </a:endParaRP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596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371A0-DD42-3B75-D58F-CEE089A3A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0099-6471-A99B-82AE-66B59754F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– </a:t>
            </a:r>
            <a:r>
              <a:rPr lang="en-US" b="1" dirty="0">
                <a:solidFill>
                  <a:srgbClr val="FF0000"/>
                </a:solidFill>
              </a:rPr>
              <a:t>14*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3D687-D6FA-CBA0-BD69-7ABEFF2833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5400" b="1" dirty="0">
              <a:solidFill>
                <a:schemeClr val="bg1"/>
              </a:solidFill>
            </a:endParaRPr>
          </a:p>
          <a:p>
            <a:pPr algn="l"/>
            <a:endParaRPr lang="en-US" sz="5400" b="1" dirty="0">
              <a:solidFill>
                <a:schemeClr val="bg1"/>
              </a:solidFill>
            </a:endParaRPr>
          </a:p>
          <a:p>
            <a:pPr algn="l"/>
            <a:r>
              <a:rPr lang="en-US" sz="5400" b="1" dirty="0"/>
              <a:t>Answer:</a:t>
            </a:r>
            <a:r>
              <a:rPr lang="en-US" sz="5400" b="1" dirty="0">
                <a:solidFill>
                  <a:schemeClr val="bg1"/>
                </a:solidFill>
              </a:rPr>
              <a:t> </a:t>
            </a:r>
            <a:r>
              <a:rPr lang="en-US" sz="5400" b="1" dirty="0">
                <a:solidFill>
                  <a:srgbClr val="FFFF00"/>
                </a:solidFill>
              </a:rPr>
              <a:t>two young dove/pigeons</a:t>
            </a:r>
          </a:p>
          <a:p>
            <a:pPr algn="l"/>
            <a:endParaRPr lang="en-US" sz="5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4387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C4AFF-D8C2-1AB0-77F3-195DD30B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33766-1D7D-740A-3A1F-5492F6171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E4D99-91AE-7898-2578-109C0F319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  <a:p>
            <a:endParaRPr lang="en-US" sz="4400" b="1" dirty="0">
              <a:solidFill>
                <a:srgbClr val="0070C0"/>
              </a:solidFill>
            </a:endParaRPr>
          </a:p>
          <a:p>
            <a:pPr algn="l"/>
            <a:r>
              <a:rPr lang="en-US" sz="5400" b="1" dirty="0"/>
              <a:t>Where were the wise men warned not to return to Herod?</a:t>
            </a:r>
          </a:p>
          <a:p>
            <a:pPr algn="l"/>
            <a:endParaRPr lang="en-US" sz="6000" dirty="0"/>
          </a:p>
          <a:p>
            <a:endParaRPr lang="en-US" sz="4600" b="1" dirty="0">
              <a:solidFill>
                <a:srgbClr val="FFFF00"/>
              </a:solidFill>
            </a:endParaRP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58026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0CB57-2A5A-26E1-56F9-9FA9761BE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F69A-3EC6-736F-3B10-89A6E29A3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- </a:t>
            </a:r>
            <a:r>
              <a:rPr lang="en-US" b="1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61617-ED69-21A2-1228-44A870C37F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5400" b="1" dirty="0"/>
          </a:p>
          <a:p>
            <a:pPr algn="l"/>
            <a:r>
              <a:rPr lang="en-US" sz="5400" b="1" dirty="0"/>
              <a:t>Answer:</a:t>
            </a:r>
            <a:r>
              <a:rPr lang="en-US" sz="5400" dirty="0"/>
              <a:t> </a:t>
            </a:r>
            <a:r>
              <a:rPr lang="en-US" sz="5400" dirty="0">
                <a:solidFill>
                  <a:srgbClr val="FFFF00"/>
                </a:solidFill>
              </a:rPr>
              <a:t>In a dream</a:t>
            </a:r>
            <a:br>
              <a:rPr lang="en-US" sz="5400" dirty="0"/>
            </a:br>
            <a:endParaRPr lang="en-US" sz="5400" dirty="0"/>
          </a:p>
          <a:p>
            <a:pPr algn="l"/>
            <a:r>
              <a:rPr lang="en-US" sz="5400" dirty="0"/>
              <a:t>Matthew 2:12</a:t>
            </a:r>
          </a:p>
          <a:p>
            <a:pPr algn="l"/>
            <a:endParaRPr lang="en-US" sz="5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062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A718-0BB5-9159-5C75-186F5406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76831-9ECE-2248-BB24-0176B1EB6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16*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22E87-F392-B0E5-A64B-606AB6E22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  <a:p>
            <a:endParaRPr lang="en-US" sz="4400" b="1" dirty="0">
              <a:solidFill>
                <a:srgbClr val="0070C0"/>
              </a:solidFill>
            </a:endParaRPr>
          </a:p>
          <a:p>
            <a:pPr algn="l"/>
            <a:r>
              <a:rPr lang="en-US" sz="5400" b="1" dirty="0"/>
              <a:t>How old was Jesus when His parents brought Him to the Temple the first time?</a:t>
            </a:r>
            <a:br>
              <a:rPr lang="en-US" sz="5400" b="1" dirty="0">
                <a:solidFill>
                  <a:srgbClr val="FFFF00"/>
                </a:solidFill>
              </a:rPr>
            </a:br>
            <a:endParaRPr lang="en-US" sz="5400" b="1" dirty="0"/>
          </a:p>
          <a:p>
            <a:endParaRPr lang="en-US" sz="4600" b="1" dirty="0">
              <a:solidFill>
                <a:srgbClr val="FFFF00"/>
              </a:solidFill>
            </a:endParaRP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233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2EA65-8D8F-4BC8-C639-1326B50A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6BA5-FCFF-3366-0649-F102DF7B9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– </a:t>
            </a:r>
            <a:r>
              <a:rPr lang="en-US" b="1" dirty="0">
                <a:solidFill>
                  <a:srgbClr val="FF0000"/>
                </a:solidFill>
              </a:rPr>
              <a:t>16*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2A787A-7181-D8D7-5770-63442111F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5400" b="1" dirty="0"/>
          </a:p>
          <a:p>
            <a:pPr algn="l"/>
            <a:r>
              <a:rPr lang="en-US" sz="5400" b="1" dirty="0"/>
              <a:t>Answer: </a:t>
            </a:r>
            <a:r>
              <a:rPr lang="en-US" sz="5400" b="1" dirty="0">
                <a:solidFill>
                  <a:srgbClr val="FFFF00"/>
                </a:solidFill>
              </a:rPr>
              <a:t>About 40 days old</a:t>
            </a:r>
            <a:br>
              <a:rPr lang="en-US" sz="5400" b="1" dirty="0"/>
            </a:br>
            <a:endParaRPr lang="en-US" sz="5400" b="1" dirty="0"/>
          </a:p>
          <a:p>
            <a:pPr algn="l"/>
            <a:r>
              <a:rPr lang="en-US" sz="5400" b="1" dirty="0"/>
              <a:t>Luke 2:22; Leviticus 12:4</a:t>
            </a:r>
          </a:p>
          <a:p>
            <a:pPr algn="l"/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1142929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0C67F-6951-65A8-03ED-7DDA7DD5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72742-5258-748A-1A4A-330841CB9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4E513-A73C-3B1C-E8C0-654AC7ED1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  <a:p>
            <a:endParaRPr lang="en-US" sz="4400" b="1" dirty="0">
              <a:solidFill>
                <a:srgbClr val="0070C0"/>
              </a:solidFill>
            </a:endParaRPr>
          </a:p>
          <a:p>
            <a:pPr algn="l"/>
            <a:r>
              <a:rPr lang="en-US" sz="6600" b="1" dirty="0"/>
              <a:t>What does the name “Emmanuel” mean</a:t>
            </a:r>
            <a:br>
              <a:rPr lang="en-US" sz="4600" b="1" dirty="0">
                <a:solidFill>
                  <a:srgbClr val="FFFF00"/>
                </a:solidFill>
              </a:rPr>
            </a:br>
            <a:endParaRPr lang="en-US" sz="6000" dirty="0"/>
          </a:p>
          <a:p>
            <a:endParaRPr lang="en-US" sz="4600" b="1" dirty="0">
              <a:solidFill>
                <a:srgbClr val="FFFF00"/>
              </a:solidFill>
            </a:endParaRP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773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F14CB-16CC-D8F0-1618-571EA601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8AD83-1712-928D-CBE4-561899A96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- </a:t>
            </a:r>
            <a:r>
              <a:rPr lang="en-US" b="1" dirty="0">
                <a:solidFill>
                  <a:srgbClr val="FF0000"/>
                </a:solidFill>
              </a:rPr>
              <a:t>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5D583-DA90-B727-033E-680D509D4E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5400" b="1" dirty="0">
              <a:solidFill>
                <a:srgbClr val="FFFF00"/>
              </a:solidFill>
            </a:endParaRPr>
          </a:p>
          <a:p>
            <a:pPr algn="l"/>
            <a:r>
              <a:rPr lang="en-US" sz="5400" b="1" dirty="0"/>
              <a:t>Answer:</a:t>
            </a:r>
          </a:p>
          <a:p>
            <a:pPr algn="l"/>
            <a:r>
              <a:rPr lang="en-US" sz="5400" b="1" dirty="0">
                <a:solidFill>
                  <a:srgbClr val="FFFF00"/>
                </a:solidFill>
              </a:rPr>
              <a:t>God With Us</a:t>
            </a:r>
          </a:p>
        </p:txBody>
      </p:sp>
    </p:spTree>
    <p:extLst>
      <p:ext uri="{BB962C8B-B14F-4D97-AF65-F5344CB8AC3E}">
        <p14:creationId xmlns:p14="http://schemas.microsoft.com/office/powerpoint/2010/main" val="3268705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8F5DE-886B-FF2F-D7BF-1C7C0C0E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AC11-1509-FE7E-5526-8F311EA46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E5D583-809B-371E-8646-A458AECC77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  <a:p>
            <a:endParaRPr lang="en-US" sz="4400" b="1" dirty="0">
              <a:solidFill>
                <a:srgbClr val="0070C0"/>
              </a:solidFill>
            </a:endParaRPr>
          </a:p>
          <a:p>
            <a:pPr algn="l"/>
            <a:r>
              <a:rPr lang="en-US" sz="6000" b="1" dirty="0"/>
              <a:t>Why did Joseph take Mary and Jesus to Egypt?</a:t>
            </a:r>
            <a:br>
              <a:rPr lang="en-US" sz="6000" b="1" dirty="0"/>
            </a:br>
            <a:endParaRPr lang="en-US" sz="6000" dirty="0"/>
          </a:p>
          <a:p>
            <a:endParaRPr lang="en-US" sz="4600" b="1" dirty="0">
              <a:solidFill>
                <a:srgbClr val="FFFF00"/>
              </a:solidFill>
            </a:endParaRP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5628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AF0EA-AB04-A4E4-67B1-CA2FFD87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FDDE-FC1A-C9D8-5891-8FCB1EFDFB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- </a:t>
            </a:r>
            <a:r>
              <a:rPr lang="en-US" b="1" dirty="0">
                <a:solidFill>
                  <a:srgbClr val="FF0000"/>
                </a:solidFill>
              </a:rPr>
              <a:t>18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A2F29-2387-2BFB-91BC-38E8A3E1E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br>
              <a:rPr lang="en-US" sz="5400" b="1" dirty="0"/>
            </a:br>
            <a:r>
              <a:rPr lang="en-US" sz="5400" b="1" dirty="0"/>
              <a:t>Answer: </a:t>
            </a:r>
            <a:r>
              <a:rPr lang="en-US" sz="5400" b="1" dirty="0">
                <a:solidFill>
                  <a:srgbClr val="FFFF00"/>
                </a:solidFill>
              </a:rPr>
              <a:t>To escape Herod’s plan to kill Jesus</a:t>
            </a:r>
          </a:p>
          <a:p>
            <a:pPr algn="l"/>
            <a:endParaRPr lang="en-US" sz="5400" b="1" dirty="0"/>
          </a:p>
          <a:p>
            <a:pPr algn="l"/>
            <a:r>
              <a:rPr lang="en-US" sz="5400" b="1" dirty="0"/>
              <a:t>Matthew 2:13–14</a:t>
            </a:r>
          </a:p>
          <a:p>
            <a:pPr algn="l"/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38554895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04E3-C205-6DD5-8F30-C401C10B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2625A-9CCD-33E0-101D-246E077A88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b="1" dirty="0">
                <a:solidFill>
                  <a:srgbClr val="FF0000"/>
                </a:solidFill>
              </a:rPr>
              <a:t>19*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E1BADA-3AE7-0973-AF61-CA0BA6EDE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  <a:p>
            <a:endParaRPr lang="en-US" sz="4400" b="1" dirty="0">
              <a:solidFill>
                <a:srgbClr val="0070C0"/>
              </a:solidFill>
            </a:endParaRPr>
          </a:p>
          <a:p>
            <a:pPr algn="l"/>
            <a:r>
              <a:rPr lang="en-US" sz="5400" b="1" dirty="0"/>
              <a:t>Which Gospel explains why Jesus was born, without describing the actual birth?</a:t>
            </a:r>
            <a:br>
              <a:rPr lang="en-US" sz="5400" b="1" dirty="0"/>
            </a:br>
            <a:endParaRPr lang="en-US" sz="5400" dirty="0"/>
          </a:p>
          <a:p>
            <a:endParaRPr lang="en-US" sz="4600" b="1" dirty="0">
              <a:solidFill>
                <a:srgbClr val="FFFF00"/>
              </a:solidFill>
            </a:endParaRP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2756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B4F88-D552-EC1F-9721-259805E8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605B-5C80-C3C9-033A-D9CA676600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– </a:t>
            </a:r>
            <a:r>
              <a:rPr lang="en-US" b="1" dirty="0">
                <a:solidFill>
                  <a:srgbClr val="FF0000"/>
                </a:solidFill>
              </a:rPr>
              <a:t>19*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D2FE0-5404-1243-01EB-50616E122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5400" b="1" dirty="0"/>
          </a:p>
          <a:p>
            <a:pPr algn="l"/>
            <a:endParaRPr lang="en-US" sz="5400" b="1" dirty="0"/>
          </a:p>
          <a:p>
            <a:pPr algn="l"/>
            <a:r>
              <a:rPr lang="en-US" sz="5400" b="1" dirty="0"/>
              <a:t>Answer:</a:t>
            </a:r>
            <a:r>
              <a:rPr lang="en-US" sz="5400" b="1" dirty="0">
                <a:solidFill>
                  <a:srgbClr val="FFFF00"/>
                </a:solidFill>
              </a:rPr>
              <a:t>  John 1:1–14</a:t>
            </a:r>
          </a:p>
        </p:txBody>
      </p:sp>
    </p:spTree>
    <p:extLst>
      <p:ext uri="{BB962C8B-B14F-4D97-AF65-F5344CB8AC3E}">
        <p14:creationId xmlns:p14="http://schemas.microsoft.com/office/powerpoint/2010/main" val="3529727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FF5C-0CC8-43DE-D688-2F97B1A7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0C0CD-F681-134F-199A-12C671905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Question No. </a:t>
            </a:r>
            <a:r>
              <a:rPr lang="en-US" dirty="0">
                <a:solidFill>
                  <a:srgbClr val="FF0000"/>
                </a:solidFill>
              </a:rPr>
              <a:t>20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7589D-AA6E-DBD9-02D7-BDE978C1A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1"/>
            <a:ext cx="11893826" cy="5453267"/>
          </a:xfrm>
        </p:spPr>
        <p:txBody>
          <a:bodyPr>
            <a:normAutofit/>
          </a:bodyPr>
          <a:lstStyle/>
          <a:p>
            <a:pPr algn="ctr"/>
            <a:endParaRPr lang="en-US" b="1" dirty="0"/>
          </a:p>
          <a:p>
            <a:endParaRPr lang="en-US" sz="4400" b="1" dirty="0">
              <a:solidFill>
                <a:srgbClr val="0070C0"/>
              </a:solidFill>
            </a:endParaRPr>
          </a:p>
          <a:p>
            <a:pPr algn="l"/>
            <a:r>
              <a:rPr lang="en-US" sz="5400" b="1" dirty="0"/>
              <a:t>What was the exact message the angel gave the shepherds before announcing Jesus?</a:t>
            </a:r>
            <a:endParaRPr lang="en-US" sz="5400" dirty="0"/>
          </a:p>
          <a:p>
            <a:endParaRPr lang="en-US" sz="4600" b="1" dirty="0">
              <a:solidFill>
                <a:srgbClr val="FFFF00"/>
              </a:solidFill>
            </a:endParaRPr>
          </a:p>
          <a:p>
            <a:endParaRPr lang="en-US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559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E7888-D087-BB13-7B5B-2CEC02770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6247-D648-675C-6450-E20296772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4" y="119271"/>
            <a:ext cx="11834192" cy="116619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Correct answer - </a:t>
            </a:r>
            <a:r>
              <a:rPr lang="en-US" dirty="0">
                <a:solidFill>
                  <a:srgbClr val="FF0000"/>
                </a:solidFill>
              </a:rPr>
              <a:t>20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6EDB50-617F-FF5A-F6C8-A888038EC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70" y="1285462"/>
            <a:ext cx="11893826" cy="5141842"/>
          </a:xfrm>
        </p:spPr>
        <p:txBody>
          <a:bodyPr>
            <a:normAutofit/>
          </a:bodyPr>
          <a:lstStyle/>
          <a:p>
            <a:pPr algn="l"/>
            <a:endParaRPr lang="en-US" sz="5400" b="1" dirty="0"/>
          </a:p>
          <a:p>
            <a:pPr algn="l"/>
            <a:endParaRPr lang="en-US" sz="5400" b="1" dirty="0"/>
          </a:p>
          <a:p>
            <a:pPr algn="l"/>
            <a:r>
              <a:rPr lang="en-US" sz="5400" b="1" dirty="0"/>
              <a:t>Answer:</a:t>
            </a:r>
            <a:r>
              <a:rPr lang="en-US" sz="5400" b="1" dirty="0">
                <a:solidFill>
                  <a:srgbClr val="FFFF00"/>
                </a:solidFill>
              </a:rPr>
              <a:t> “Do not be afraid” Luke 2:10</a:t>
            </a:r>
          </a:p>
        </p:txBody>
      </p:sp>
    </p:spTree>
    <p:extLst>
      <p:ext uri="{BB962C8B-B14F-4D97-AF65-F5344CB8AC3E}">
        <p14:creationId xmlns:p14="http://schemas.microsoft.com/office/powerpoint/2010/main" val="28387987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2079</TotalTime>
  <Words>873</Words>
  <Application>Microsoft Office PowerPoint</Application>
  <PresentationFormat>Widescreen</PresentationFormat>
  <Paragraphs>182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Calibri</vt:lpstr>
      <vt:lpstr>Constantia</vt:lpstr>
      <vt:lpstr>Wingdings 2</vt:lpstr>
      <vt:lpstr>Flow</vt:lpstr>
      <vt:lpstr>Bible Quiz 2025</vt:lpstr>
      <vt:lpstr>Question No. 1*</vt:lpstr>
      <vt:lpstr>Correct answer – 1*</vt:lpstr>
      <vt:lpstr>Question No. 2</vt:lpstr>
      <vt:lpstr>Correct answer - 2</vt:lpstr>
      <vt:lpstr>Question No. 3*</vt:lpstr>
      <vt:lpstr>Correct answer – 3*</vt:lpstr>
      <vt:lpstr>Question No. 4</vt:lpstr>
      <vt:lpstr>Correct answer - 4</vt:lpstr>
      <vt:lpstr>Question No. 5*</vt:lpstr>
      <vt:lpstr>Correct answer – 5*</vt:lpstr>
      <vt:lpstr>Question No. 6</vt:lpstr>
      <vt:lpstr>Correct answer - 6</vt:lpstr>
      <vt:lpstr>Question No. 7</vt:lpstr>
      <vt:lpstr>Correct answer - 7</vt:lpstr>
      <vt:lpstr>Question No. 8*</vt:lpstr>
      <vt:lpstr>Correct answer – 8*</vt:lpstr>
      <vt:lpstr>Question No. 9</vt:lpstr>
      <vt:lpstr>Correct answer - 9</vt:lpstr>
      <vt:lpstr>Question No. 10*</vt:lpstr>
      <vt:lpstr>Correct answer – 10*</vt:lpstr>
      <vt:lpstr>Question No. 11</vt:lpstr>
      <vt:lpstr>Correct answer – 11</vt:lpstr>
      <vt:lpstr>Question No. 12</vt:lpstr>
      <vt:lpstr>Question No. 12</vt:lpstr>
      <vt:lpstr>Question No. 13</vt:lpstr>
      <vt:lpstr>Correct answer - 13</vt:lpstr>
      <vt:lpstr>Question No. 14*</vt:lpstr>
      <vt:lpstr>Correct answer – 14*</vt:lpstr>
      <vt:lpstr>Question No. 15</vt:lpstr>
      <vt:lpstr>Correct answer - 15</vt:lpstr>
      <vt:lpstr>Question No. 16*</vt:lpstr>
      <vt:lpstr>Correct answer – 16*</vt:lpstr>
      <vt:lpstr>Question No. 17</vt:lpstr>
      <vt:lpstr>Correct answer - 17</vt:lpstr>
      <vt:lpstr>Question No. 18</vt:lpstr>
      <vt:lpstr>Correct answer - 18</vt:lpstr>
      <vt:lpstr>Question No. 19*</vt:lpstr>
      <vt:lpstr>Correct answer – 19*</vt:lpstr>
      <vt:lpstr>Question No. 20</vt:lpstr>
      <vt:lpstr>Correct answer - 20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Bible Quiz</dc:title>
  <dc:creator>hinaymasih@gmail.com</dc:creator>
  <cp:lastModifiedBy>Yousaf Masih</cp:lastModifiedBy>
  <cp:revision>64</cp:revision>
  <dcterms:created xsi:type="dcterms:W3CDTF">2017-12-23T19:54:39Z</dcterms:created>
  <dcterms:modified xsi:type="dcterms:W3CDTF">2025-12-19T22:10:09Z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b99f3cb-c215-43f5-be52-4490adac3d3b_Enabled">
    <vt:lpwstr>true</vt:lpwstr>
  </property>
  <property fmtid="{D5CDD505-2E9C-101B-9397-08002B2CF9AE}" pid="3" name="MSIP_Label_1b99f3cb-c215-43f5-be52-4490adac3d3b_SetDate">
    <vt:lpwstr>2025-12-19T20:17:33Z</vt:lpwstr>
  </property>
  <property fmtid="{D5CDD505-2E9C-101B-9397-08002B2CF9AE}" pid="4" name="MSIP_Label_1b99f3cb-c215-43f5-be52-4490adac3d3b_Method">
    <vt:lpwstr>Standard</vt:lpwstr>
  </property>
  <property fmtid="{D5CDD505-2E9C-101B-9397-08002B2CF9AE}" pid="5" name="MSIP_Label_1b99f3cb-c215-43f5-be52-4490adac3d3b_Name">
    <vt:lpwstr>defa4170-0d19-0005-0004-bc88714345d2</vt:lpwstr>
  </property>
  <property fmtid="{D5CDD505-2E9C-101B-9397-08002B2CF9AE}" pid="6" name="MSIP_Label_1b99f3cb-c215-43f5-be52-4490adac3d3b_SiteId">
    <vt:lpwstr>ca557c86-7d02-4a5c-8163-8e99bf36ea89</vt:lpwstr>
  </property>
  <property fmtid="{D5CDD505-2E9C-101B-9397-08002B2CF9AE}" pid="7" name="MSIP_Label_1b99f3cb-c215-43f5-be52-4490adac3d3b_ActionId">
    <vt:lpwstr>054dcb8e-1806-4c2d-baa3-328aaffa3958</vt:lpwstr>
  </property>
  <property fmtid="{D5CDD505-2E9C-101B-9397-08002B2CF9AE}" pid="8" name="MSIP_Label_1b99f3cb-c215-43f5-be52-4490adac3d3b_ContentBits">
    <vt:lpwstr>0</vt:lpwstr>
  </property>
  <property fmtid="{D5CDD505-2E9C-101B-9397-08002B2CF9AE}" pid="9" name="MSIP_Label_1b99f3cb-c215-43f5-be52-4490adac3d3b_Tag">
    <vt:lpwstr>10, 3, 0, 1</vt:lpwstr>
  </property>
</Properties>
</file>