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7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59" r:id="rId10"/>
    <p:sldId id="266" r:id="rId11"/>
    <p:sldId id="267" r:id="rId12"/>
    <p:sldId id="268" r:id="rId13"/>
    <p:sldId id="269" r:id="rId14"/>
    <p:sldId id="270" r:id="rId15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86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BBB8170F-0370-4A38-8BF3-83D69476AE62}" type="datetime1">
              <a:rPr lang="en-US" smtClean="0"/>
              <a:t>10/10/2026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950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471A-4EA8-416D-B00C-CDC7418D4BA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26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B52471A-4EA8-416D-B00C-CDC7418D4BA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956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DB52471A-4EA8-416D-B00C-CDC7418D4BA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805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CE994A23-0EFF-404D-A2C5-6B54939039AD}" type="datetime1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702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471A-4EA8-416D-B00C-CDC7418D4BA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92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DB52471A-4EA8-416D-B00C-CDC7418D4BA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47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471A-4EA8-416D-B00C-CDC7418D4BA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91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471A-4EA8-416D-B00C-CDC7418D4BA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8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DB52471A-4EA8-416D-B00C-CDC7418D4BA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36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DB52471A-4EA8-416D-B00C-CDC7418D4BA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43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DB52471A-4EA8-416D-B00C-CDC7418D4BA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0443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DB52471A-4EA8-416D-B00C-CDC7418D4BA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53064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DB52471A-4EA8-416D-B00C-CDC7418D4BA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7586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B52471A-4EA8-416D-B00C-CDC7418D4BA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524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471A-4EA8-416D-B00C-CDC7418D4BA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6006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DB52471A-4EA8-416D-B00C-CDC7418D4BA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175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471A-4EA8-416D-B00C-CDC7418D4BA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171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52471A-4EA8-416D-B00C-CDC7418D4BA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1028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471A-4EA8-416D-B00C-CDC7418D4BA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024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471A-4EA8-416D-B00C-CDC7418D4BA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0179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471A-4EA8-416D-B00C-CDC7418D4BA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53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471A-4EA8-416D-B00C-CDC7418D4BA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8402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471A-4EA8-416D-B00C-CDC7418D4BA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153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471A-4EA8-416D-B00C-CDC7418D4BA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7821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471A-4EA8-416D-B00C-CDC7418D4BA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678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471A-4EA8-416D-B00C-CDC7418D4BA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B52471A-4EA8-416D-B00C-CDC7418D4BA5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420DD02-CC4A-4BEA-923B-6A0AEC252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5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  <p:sldLayoutId id="2147483849" r:id="rId12"/>
    <p:sldLayoutId id="2147483850" r:id="rId13"/>
    <p:sldLayoutId id="2147483851" r:id="rId14"/>
    <p:sldLayoutId id="2147483852" r:id="rId15"/>
    <p:sldLayoutId id="2147483853" r:id="rId16"/>
    <p:sldLayoutId id="2147483854" r:id="rId17"/>
    <p:sldLayoutId id="2147483855" r:id="rId18"/>
    <p:sldLayoutId id="2147483856" r:id="rId19"/>
    <p:sldLayoutId id="2147483857" r:id="rId20"/>
    <p:sldLayoutId id="2147483858" r:id="rId21"/>
    <p:sldLayoutId id="2147483859" r:id="rId22"/>
    <p:sldLayoutId id="2147483860" r:id="rId23"/>
    <p:sldLayoutId id="2147483861" r:id="rId24"/>
    <p:sldLayoutId id="2147483862" r:id="rId25"/>
    <p:sldLayoutId id="2147483863" r:id="rId26"/>
    <p:sldLayoutId id="2147483864" r:id="rId27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BBCC-9039-E15E-545B-F2FAF1FF0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2"/>
            <a:ext cx="9183329" cy="3695444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7 Aspects of Manifestation of Holy Spirit</a:t>
            </a:r>
          </a:p>
        </p:txBody>
      </p:sp>
    </p:spTree>
    <p:extLst>
      <p:ext uri="{BB962C8B-B14F-4D97-AF65-F5344CB8AC3E}">
        <p14:creationId xmlns:p14="http://schemas.microsoft.com/office/powerpoint/2010/main" val="816556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931C0-4648-68C5-E21F-E39512195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b="1" dirty="0"/>
              <a:t>1 Corinthians 12:7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dirty="0"/>
              <a:t>Now to each one the manifestation of the Spirit is given for the common good.</a:t>
            </a:r>
          </a:p>
        </p:txBody>
      </p:sp>
    </p:spTree>
    <p:extLst>
      <p:ext uri="{BB962C8B-B14F-4D97-AF65-F5344CB8AC3E}">
        <p14:creationId xmlns:p14="http://schemas.microsoft.com/office/powerpoint/2010/main" val="1634358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40720-CD3F-D21A-3069-107B71F7E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0710"/>
            <a:ext cx="10515600" cy="504625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4400" dirty="0"/>
              <a:t>Understanding the word: “SPIRIT”</a:t>
            </a:r>
            <a:br>
              <a:rPr lang="en-US" sz="4400" dirty="0"/>
            </a:br>
            <a:endParaRPr lang="en-US" sz="4400" dirty="0"/>
          </a:p>
          <a:p>
            <a:pPr lvl="1"/>
            <a:r>
              <a:rPr lang="en-US" sz="4000" dirty="0"/>
              <a:t>Human spirit</a:t>
            </a:r>
          </a:p>
          <a:p>
            <a:pPr lvl="1"/>
            <a:r>
              <a:rPr lang="en-US" sz="4000" dirty="0"/>
              <a:t>Holy Spirit</a:t>
            </a:r>
          </a:p>
          <a:p>
            <a:pPr lvl="1"/>
            <a:r>
              <a:rPr lang="en-US" sz="4000" dirty="0"/>
              <a:t>Satanic spirit</a:t>
            </a:r>
          </a:p>
          <a:p>
            <a:pPr lvl="1"/>
            <a:r>
              <a:rPr lang="en-US" sz="4000" dirty="0"/>
              <a:t>School of thought</a:t>
            </a:r>
          </a:p>
        </p:txBody>
      </p:sp>
    </p:spTree>
    <p:extLst>
      <p:ext uri="{BB962C8B-B14F-4D97-AF65-F5344CB8AC3E}">
        <p14:creationId xmlns:p14="http://schemas.microsoft.com/office/powerpoint/2010/main" val="2703048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55F25-45E5-ABD2-ABC4-14FFCA970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Human spirit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16858-8223-5633-4671-499156F7A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400" b="1" dirty="0"/>
              <a:t>I Thessalonians 5:23 (NKJV)</a:t>
            </a:r>
          </a:p>
          <a:p>
            <a:pPr marL="0" indent="0" algn="ctr">
              <a:buNone/>
            </a:pPr>
            <a:r>
              <a:rPr lang="en-US" sz="3600" dirty="0"/>
              <a:t>Now may the God of peace Himself sanctify you completely; and may your whole spirit, soul, and body be preserved blameless at the coming of our Lord Jesus Christ.</a:t>
            </a:r>
            <a:endParaRPr lang="en-US" sz="3600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899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B33A7-C1BE-2657-1B08-4D1F1C5F1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Holy Spirit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CA4F9-6D84-93B2-516E-EC6BE0622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br>
              <a:rPr lang="en-US" sz="4400" dirty="0"/>
            </a:br>
            <a:r>
              <a:rPr lang="en-US" sz="4400" b="1" dirty="0"/>
              <a:t>Revelation 3:6 (NIV)</a:t>
            </a:r>
          </a:p>
          <a:p>
            <a:pPr marL="0" indent="0" algn="ctr">
              <a:buNone/>
            </a:pPr>
            <a:r>
              <a:rPr lang="en-US" sz="3600" dirty="0"/>
              <a:t>Whoever has ears, let them hear what the Spirit says to the churches.</a:t>
            </a:r>
          </a:p>
        </p:txBody>
      </p:sp>
    </p:spTree>
    <p:extLst>
      <p:ext uri="{BB962C8B-B14F-4D97-AF65-F5344CB8AC3E}">
        <p14:creationId xmlns:p14="http://schemas.microsoft.com/office/powerpoint/2010/main" val="2662409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22612-B109-4338-9788-DF04505BB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/>
              <a:t>Satanic Spirit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F00A2-74A3-AB97-1E21-66C2FB1B8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br>
              <a:rPr lang="en-US" sz="4400" b="1" dirty="0"/>
            </a:br>
            <a:r>
              <a:rPr lang="en-US" sz="4400" b="1" dirty="0"/>
              <a:t>Mark 9:26 (NKJV)</a:t>
            </a:r>
            <a:endParaRPr lang="en-US" b="1" dirty="0"/>
          </a:p>
          <a:p>
            <a:pPr marL="0" indent="0" algn="ctr">
              <a:buNone/>
            </a:pPr>
            <a:r>
              <a:rPr lang="en-US" sz="3600" dirty="0"/>
              <a:t>Then the spirit cried out, convulsed him greatly, and came out of him.</a:t>
            </a:r>
          </a:p>
        </p:txBody>
      </p:sp>
    </p:spTree>
    <p:extLst>
      <p:ext uri="{BB962C8B-B14F-4D97-AF65-F5344CB8AC3E}">
        <p14:creationId xmlns:p14="http://schemas.microsoft.com/office/powerpoint/2010/main" val="3688070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2B686-D806-D336-2049-78AC56952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School of thought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D0DEF-589F-E546-B5A9-21313203B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4400" dirty="0"/>
          </a:p>
          <a:p>
            <a:pPr marL="0" indent="0" algn="ctr">
              <a:buNone/>
            </a:pPr>
            <a:r>
              <a:rPr lang="en-US" sz="4400" b="1" dirty="0"/>
              <a:t>Luke 9:55 (NKJV)</a:t>
            </a:r>
            <a:endParaRPr lang="en-US" sz="1800" b="1" dirty="0"/>
          </a:p>
          <a:p>
            <a:pPr marL="0" indent="0" algn="ctr">
              <a:buNone/>
            </a:pPr>
            <a:r>
              <a:rPr lang="en-US" sz="3600" dirty="0"/>
              <a:t>But He turned and rebuked them, and said, “You do not know what manner of spirit you are of”.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783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CC474-6DB0-0C48-48C2-3EF399816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A8D35E-FDB1-3425-A59B-5ED327F8BC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56" y="600075"/>
            <a:ext cx="9996312" cy="562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575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F0916-AB50-C961-4EED-E979294AE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0606"/>
            <a:ext cx="10515600" cy="562635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/>
              <a:t>2. Manifestation in the Human spirit.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CA0325-CCA3-0668-6189-60B24CC8A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610" y="1479975"/>
            <a:ext cx="8582080" cy="482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409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7921E-4DE5-0599-E26D-BC6117863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357352"/>
            <a:ext cx="10963656" cy="58662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/>
              <a:t>3. Manifestation in the Human soul.</a:t>
            </a:r>
          </a:p>
          <a:p>
            <a:pPr marL="0" indent="0" algn="ctr">
              <a:buNone/>
            </a:pPr>
            <a:endParaRPr lang="en-US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5633C9-B0A1-7943-1E5E-88BF09A03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175" y="1313793"/>
            <a:ext cx="8877515" cy="499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397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B086E-239C-5D52-38AF-7C96ADDC5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620110"/>
            <a:ext cx="10963656" cy="5603504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/>
              <a:t>4. Manifestation in the flesh  (body).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58DAA0-7F74-1914-80F3-4EE12A0382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610" y="1479975"/>
            <a:ext cx="8582080" cy="482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03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3E8FC-D187-A997-F3B3-C591C0AC8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79104"/>
            <a:ext cx="10963656" cy="4444510"/>
          </a:xfrm>
        </p:spPr>
        <p:txBody>
          <a:bodyPr/>
          <a:lstStyle/>
          <a:p>
            <a:pPr marL="0" indent="0" algn="ctr">
              <a:buNone/>
            </a:pPr>
            <a:r>
              <a:rPr lang="en-US" sz="4800" dirty="0"/>
              <a:t>5. Manifestation among believers to benefit them.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864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8578C-0F70-FE07-FEBC-65D7E9A43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400" dirty="0"/>
              <a:t>6. Manifestation among the non-believers to benefit them.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97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748F0-6824-379E-0836-EA2DE2A3E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192696"/>
            <a:ext cx="10963656" cy="5030918"/>
          </a:xfrm>
        </p:spPr>
        <p:txBody>
          <a:bodyPr/>
          <a:lstStyle/>
          <a:p>
            <a:pPr marL="0" indent="0" algn="ctr">
              <a:buNone/>
            </a:pPr>
            <a:r>
              <a:rPr lang="en-US" sz="4000" dirty="0"/>
              <a:t>7. Manifestation in the Physical Realm.</a:t>
            </a:r>
          </a:p>
          <a:p>
            <a:pPr marL="742950" indent="-742950">
              <a:buFont typeface="+mj-lt"/>
              <a:buAutoNum type="alphaLcParenR"/>
            </a:pPr>
            <a:r>
              <a:rPr lang="en-US" sz="4000" dirty="0"/>
              <a:t>Through fruit of the Spirit.</a:t>
            </a:r>
          </a:p>
          <a:p>
            <a:pPr marL="742950" indent="-742950">
              <a:buFont typeface="+mj-lt"/>
              <a:buAutoNum type="alphaLcParenR"/>
            </a:pPr>
            <a:r>
              <a:rPr lang="en-US" sz="4000" dirty="0"/>
              <a:t>Through gifts of the Holy Spirit.</a:t>
            </a:r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386013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56</TotalTime>
  <Words>227</Words>
  <Application>Microsoft Office PowerPoint</Application>
  <PresentationFormat>Widescreen</PresentationFormat>
  <Paragraphs>32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Neue Haas Grotesk Text Pro</vt:lpstr>
      <vt:lpstr>Helena</vt:lpstr>
      <vt:lpstr>7 Aspects of Manifestation of Holy Spirit</vt:lpstr>
      <vt:lpstr>PowerPoint Presentation</vt:lpstr>
      <vt:lpstr>PowerPoint Presentation</vt:lpstr>
      <vt:lpstr>Human spirit</vt:lpstr>
      <vt:lpstr>Holy Spirit</vt:lpstr>
      <vt:lpstr>Satanic Spirit</vt:lpstr>
      <vt:lpstr>School of thought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NYS Senate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Aizad Azeem</dc:creator>
  <cp:lastModifiedBy>Aizad Azeem</cp:lastModifiedBy>
  <cp:revision>2</cp:revision>
  <cp:lastPrinted>2026-10-11T03:24:35Z</cp:lastPrinted>
  <dcterms:created xsi:type="dcterms:W3CDTF">2026-10-11T02:27:58Z</dcterms:created>
  <dcterms:modified xsi:type="dcterms:W3CDTF">2026-10-11T03:24:51Z</dcterms:modified>
</cp:coreProperties>
</file>